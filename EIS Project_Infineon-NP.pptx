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heme/theme3.xml" ContentType="application/vnd.openxmlformats-officedocument.them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heme/theme4.xml" ContentType="application/vnd.openxmlformats-officedocument.them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notesSlides/notesSlide1.xml" ContentType="application/vnd.openxmlformats-officedocument.presentationml.notesSlide+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5" r:id="rId5"/>
    <p:sldMasterId id="2147483757" r:id="rId6"/>
  </p:sldMasterIdLst>
  <p:notesMasterIdLst>
    <p:notesMasterId r:id="rId15"/>
  </p:notesMasterIdLst>
  <p:handoutMasterIdLst>
    <p:handoutMasterId r:id="rId16"/>
  </p:handoutMasterIdLst>
  <p:sldIdLst>
    <p:sldId id="267" r:id="rId7"/>
    <p:sldId id="2147480902" r:id="rId8"/>
    <p:sldId id="2147480838" r:id="rId9"/>
    <p:sldId id="2147475816" r:id="rId10"/>
    <p:sldId id="2147480901" r:id="rId11"/>
    <p:sldId id="356" r:id="rId12"/>
    <p:sldId id="992" r:id="rId13"/>
    <p:sldId id="257" r:id="rId14"/>
  </p:sldIdLst>
  <p:sldSz cx="12192000" cy="6858000"/>
  <p:notesSz cx="7099300" cy="10234613"/>
  <p:custDataLst>
    <p:tags r:id="rId17"/>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p15:clr>
            <a:srgbClr val="A4A3A4"/>
          </p15:clr>
        </p15:guide>
        <p15:guide id="2" orient="horz" pos="638">
          <p15:clr>
            <a:srgbClr val="A4A3A4"/>
          </p15:clr>
        </p15:guide>
        <p15:guide id="3" orient="horz" pos="453">
          <p15:clr>
            <a:srgbClr val="A4A3A4"/>
          </p15:clr>
        </p15:guide>
        <p15:guide id="4" orient="horz" pos="6262">
          <p15:clr>
            <a:srgbClr val="A4A3A4"/>
          </p15:clr>
        </p15:guide>
        <p15:guide id="5" pos="4186">
          <p15:clr>
            <a:srgbClr val="A4A3A4"/>
          </p15:clr>
        </p15:guide>
        <p15:guide id="6" pos="286">
          <p15:clr>
            <a:srgbClr val="A4A3A4"/>
          </p15:clr>
        </p15:guide>
        <p15:guide id="7" pos="830">
          <p15:clr>
            <a:srgbClr val="A4A3A4"/>
          </p15:clr>
        </p15:guide>
        <p15:guide id="8" pos="386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96" autoAdjust="0"/>
  </p:normalViewPr>
  <p:slideViewPr>
    <p:cSldViewPr snapToObjects="1" showGuides="1">
      <p:cViewPr varScale="1">
        <p:scale>
          <a:sx n="95" d="100"/>
          <a:sy n="95" d="100"/>
        </p:scale>
        <p:origin x="67" y="370"/>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70" d="100"/>
          <a:sy n="70" d="100"/>
        </p:scale>
        <p:origin x="2268" y="42"/>
      </p:cViewPr>
      <p:guideLst>
        <p:guide orient="horz" pos="187"/>
        <p:guide orient="horz" pos="638"/>
        <p:guide orient="horz" pos="453"/>
        <p:guide orient="horz" pos="6262"/>
        <p:guide pos="4186"/>
        <p:guide pos="286"/>
        <p:guide pos="830"/>
        <p:guide pos="386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8" Type="http://schemas.openxmlformats.org/officeDocument/2006/relationships/tags" Target="../tags/tag403.xml"/><Relationship Id="rId3" Type="http://schemas.openxmlformats.org/officeDocument/2006/relationships/tags" Target="../tags/tag398.xml"/><Relationship Id="rId7" Type="http://schemas.openxmlformats.org/officeDocument/2006/relationships/tags" Target="../tags/tag402.xml"/><Relationship Id="rId12" Type="http://schemas.openxmlformats.org/officeDocument/2006/relationships/image" Target="../media/image11.png"/><Relationship Id="rId2" Type="http://schemas.openxmlformats.org/officeDocument/2006/relationships/tags" Target="../tags/tag397.xml"/><Relationship Id="rId1" Type="http://schemas.openxmlformats.org/officeDocument/2006/relationships/theme" Target="../theme/theme4.xml"/><Relationship Id="rId6" Type="http://schemas.openxmlformats.org/officeDocument/2006/relationships/tags" Target="../tags/tag401.xml"/><Relationship Id="rId11" Type="http://schemas.openxmlformats.org/officeDocument/2006/relationships/tags" Target="../tags/tag406.xml"/><Relationship Id="rId5" Type="http://schemas.openxmlformats.org/officeDocument/2006/relationships/tags" Target="../tags/tag400.xml"/><Relationship Id="rId10" Type="http://schemas.openxmlformats.org/officeDocument/2006/relationships/tags" Target="../tags/tag405.xml"/><Relationship Id="rId4" Type="http://schemas.openxmlformats.org/officeDocument/2006/relationships/tags" Target="../tags/tag399.xml"/><Relationship Id="rId9" Type="http://schemas.openxmlformats.org/officeDocument/2006/relationships/tags" Target="../tags/tag40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099300"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restricted</a:t>
            </a:r>
          </a:p>
        </p:txBody>
      </p:sp>
      <p:sp>
        <p:nvSpPr>
          <p:cNvPr id="9" name="Date Placeholder" hidden="1"/>
          <p:cNvSpPr>
            <a:spLocks noGrp="1"/>
          </p:cNvSpPr>
          <p:nvPr>
            <p:ph type="dt" sz="quarter" idx="1"/>
            <p:custDataLst>
              <p:tags r:id="rId4"/>
            </p:custDataLst>
          </p:nvPr>
        </p:nvSpPr>
        <p:spPr>
          <a:xfrm>
            <a:off x="7099300" y="10234613"/>
            <a:ext cx="0" cy="0"/>
          </a:xfrm>
          <a:prstGeom prst="rect">
            <a:avLst/>
          </a:prstGeom>
        </p:spPr>
        <p:txBody>
          <a:bodyPr vert="horz" lIns="91440" tIns="45720" rIns="91440" bIns="45720" rtlCol="0" anchor="ctr"/>
          <a:lstStyle>
            <a:lvl1pPr algn="r">
              <a:defRPr sz="1200"/>
            </a:lvl1pPr>
          </a:lstStyle>
          <a:p>
            <a:pPr algn="l"/>
            <a:r>
              <a:rPr lang="en-US" sz="100" dirty="0">
                <a:noFill/>
                <a:latin typeface="Arial" panose="020B0604020202020204" pitchFamily="34" charset="0"/>
                <a:ea typeface="Verdana" pitchFamily="34" charset="0"/>
                <a:cs typeface="Arial" panose="020B0604020202020204" pitchFamily="34" charset="0"/>
              </a:rPr>
              <a:t>2020-09-28</a:t>
            </a:r>
          </a:p>
          <a:p>
            <a:pPr algn="l"/>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5997922" y="9833798"/>
            <a:ext cx="612000"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310"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37922"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310"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2023.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hidden="1">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dirty="0" err="1">
                <a:solidFill>
                  <a:srgbClr val="928285"/>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309"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18 Mrz 2023</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393.xml"/><Relationship Id="rId3" Type="http://schemas.openxmlformats.org/officeDocument/2006/relationships/tags" Target="../tags/tag388.xml"/><Relationship Id="rId7" Type="http://schemas.openxmlformats.org/officeDocument/2006/relationships/tags" Target="../tags/tag392.xml"/><Relationship Id="rId12" Type="http://schemas.openxmlformats.org/officeDocument/2006/relationships/image" Target="../media/image11.png"/><Relationship Id="rId2" Type="http://schemas.openxmlformats.org/officeDocument/2006/relationships/tags" Target="../tags/tag387.xml"/><Relationship Id="rId1" Type="http://schemas.openxmlformats.org/officeDocument/2006/relationships/theme" Target="../theme/theme3.xml"/><Relationship Id="rId6" Type="http://schemas.openxmlformats.org/officeDocument/2006/relationships/tags" Target="../tags/tag391.xml"/><Relationship Id="rId11" Type="http://schemas.openxmlformats.org/officeDocument/2006/relationships/tags" Target="../tags/tag396.xml"/><Relationship Id="rId5" Type="http://schemas.openxmlformats.org/officeDocument/2006/relationships/tags" Target="../tags/tag390.xml"/><Relationship Id="rId10" Type="http://schemas.openxmlformats.org/officeDocument/2006/relationships/tags" Target="../tags/tag395.xml"/><Relationship Id="rId4" Type="http://schemas.openxmlformats.org/officeDocument/2006/relationships/tags" Target="../tags/tag389.xml"/><Relationship Id="rId9" Type="http://schemas.openxmlformats.org/officeDocument/2006/relationships/tags" Target="../tags/tag39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Slide"/>
          <p:cNvSpPr>
            <a:spLocks noGrp="1" noRot="1" noChangeAspect="1" noChangeArrowheads="1" noTextEdit="1"/>
          </p:cNvSpPr>
          <p:nvPr>
            <p:ph type="sldImg" idx="2"/>
          </p:nvPr>
        </p:nvSpPr>
        <p:spPr bwMode="auto">
          <a:xfrm>
            <a:off x="454025" y="1012825"/>
            <a:ext cx="6191250" cy="3482975"/>
          </a:xfrm>
          <a:prstGeom prst="rect">
            <a:avLst/>
          </a:prstGeom>
          <a:noFill/>
          <a:ln w="9525">
            <a:solidFill>
              <a:srgbClr val="000000"/>
            </a:solidFill>
            <a:miter lim="800000"/>
            <a:headEnd/>
            <a:tailEnd/>
          </a:ln>
          <a:effectLst/>
        </p:spPr>
      </p:sp>
      <p:sp>
        <p:nvSpPr>
          <p:cNvPr id="84997" name="Notes"/>
          <p:cNvSpPr>
            <a:spLocks noGrp="1" noChangeArrowheads="1"/>
          </p:cNvSpPr>
          <p:nvPr>
            <p:ph type="body" sz="quarter" idx="3"/>
          </p:nvPr>
        </p:nvSpPr>
        <p:spPr bwMode="auto">
          <a:xfrm>
            <a:off x="453306" y="4757266"/>
            <a:ext cx="6191968"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00">
                <a:noFill/>
                <a:latin typeface="Arial" panose="020B0604020202020204" pitchFamily="34" charset="0"/>
                <a:cs typeface="Arial" panose="020B0604020202020204" pitchFamily="34" charset="0"/>
              </a:defRPr>
            </a:lvl1pPr>
          </a:lstStyle>
          <a:p>
            <a:endParaRPr lang="en-US" sz="100" dirty="0"/>
          </a:p>
        </p:txBody>
      </p:sp>
      <p:sp>
        <p:nvSpPr>
          <p:cNvPr id="10" name="Footer Placeholder" hidden="1"/>
          <p:cNvSpPr>
            <a:spLocks noGrp="1"/>
          </p:cNvSpPr>
          <p:nvPr>
            <p:ph type="ftr" sz="quarter" idx="4"/>
            <p:custDataLst>
              <p:tags r:id="rId3"/>
            </p:custDataLst>
          </p:nvPr>
        </p:nvSpPr>
        <p:spPr>
          <a:xfrm>
            <a:off x="7099300" y="10234613"/>
            <a:ext cx="0" cy="0"/>
          </a:xfrm>
          <a:prstGeom prst="rect">
            <a:avLst/>
          </a:prstGeom>
        </p:spPr>
        <p:txBody>
          <a:bodyPr vert="horz" lIns="91440" tIns="45720" rIns="91440" bIns="45720" rtlCol="0" anchor="ctr"/>
          <a:lstStyle>
            <a:lvl1pPr algn="ctr">
              <a:defRPr sz="100">
                <a:noFill/>
                <a:latin typeface="Verdana" pitchFamily="34" charset="0"/>
                <a:ea typeface="Verdana" pitchFamily="34" charset="0"/>
                <a:cs typeface="Verdana" pitchFamily="34" charset="0"/>
              </a:defRPr>
            </a:lvl1p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11" name="Date Placeholder" hidden="1"/>
          <p:cNvSpPr>
            <a:spLocks noGrp="1"/>
          </p:cNvSpPr>
          <p:nvPr>
            <p:ph type="dt" idx="1"/>
            <p:custDataLst>
              <p:tags r:id="rId4"/>
            </p:custDataLst>
          </p:nvPr>
        </p:nvSpPr>
        <p:spPr>
          <a:xfrm>
            <a:off x="7099300" y="10234613"/>
            <a:ext cx="0" cy="0"/>
          </a:xfrm>
          <a:prstGeom prst="rect">
            <a:avLst/>
          </a:prstGeom>
        </p:spPr>
        <p:txBody>
          <a:bodyPr vert="horz" lIns="91440" tIns="45720" rIns="91440" bIns="45720" rtlCol="0" anchor="ctr"/>
          <a:lstStyle>
            <a:lvl1pPr algn="l">
              <a:defRPr sz="100">
                <a:noFill/>
                <a:latin typeface="Arial" panose="020B0604020202020204" pitchFamily="34" charset="0"/>
                <a:ea typeface="Verdana" pitchFamily="34" charset="0"/>
                <a:cs typeface="Arial" panose="020B0604020202020204" pitchFamily="34" charset="0"/>
              </a:defRPr>
            </a:lvl1pPr>
          </a:lstStyle>
          <a:p>
            <a:r>
              <a:rPr lang="en-US" dirty="0"/>
              <a:t>2020-09-28</a:t>
            </a:r>
          </a:p>
          <a:p>
            <a:endParaRPr lang="en-US" dirty="0"/>
          </a:p>
        </p:txBody>
      </p:sp>
      <p:sp>
        <p:nvSpPr>
          <p:cNvPr id="12" name="Slide Number Placeholder"/>
          <p:cNvSpPr>
            <a:spLocks noGrp="1"/>
          </p:cNvSpPr>
          <p:nvPr>
            <p:ph type="sldNum" sz="quarter" idx="5"/>
          </p:nvPr>
        </p:nvSpPr>
        <p:spPr>
          <a:xfrm>
            <a:off x="6033274" y="9833798"/>
            <a:ext cx="612000" cy="288000"/>
          </a:xfrm>
          <a:prstGeom prst="rect">
            <a:avLst/>
          </a:prstGeom>
        </p:spPr>
        <p:txBody>
          <a:bodyPr vert="horz" lIns="0" tIns="0" rIns="0" bIns="0" rtlCol="0" anchor="ctr"/>
          <a:lstStyle>
            <a:lvl1pPr algn="r">
              <a:defRPr sz="800">
                <a:solidFill>
                  <a:srgbClr val="928285"/>
                </a:solidFill>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E8AE2277-2635-47CE-8461-F921E010AD66}"/>
              </a:ext>
            </a:extLst>
          </p:cNvPr>
          <p:cNvSpPr txBox="1"/>
          <p:nvPr userDrawn="1">
            <p:custDataLst>
              <p:tags r:id="rId5"/>
            </p:custDataLst>
          </p:nvPr>
        </p:nvSpPr>
        <p:spPr bwMode="auto">
          <a:xfrm>
            <a:off x="453306"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1ED6373F-3656-4DFD-9B9C-BC0ABABA2CBF}"/>
              </a:ext>
            </a:extLst>
          </p:cNvPr>
          <p:cNvSpPr txBox="1"/>
          <p:nvPr userDrawn="1">
            <p:custDataLst>
              <p:tags r:id="rId6"/>
            </p:custDataLst>
          </p:nvPr>
        </p:nvSpPr>
        <p:spPr bwMode="auto">
          <a:xfrm>
            <a:off x="5673274"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3D3123B4-E08C-4CCD-9703-AD1F689F1FB7}"/>
              </a:ext>
            </a:extLst>
          </p:cNvPr>
          <p:cNvSpPr txBox="1"/>
          <p:nvPr userDrawn="1">
            <p:custDataLst>
              <p:tags r:id="rId7"/>
            </p:custDataLst>
          </p:nvPr>
        </p:nvSpPr>
        <p:spPr bwMode="auto">
          <a:xfrm>
            <a:off x="453306"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7E51E007-F5B3-45C7-900F-9B0FFE9F37F6}"/>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2023.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6" name="empower_classification_attention_placeholder" hidden="1">
            <a:extLst>
              <a:ext uri="{FF2B5EF4-FFF2-40B4-BE49-F238E27FC236}">
                <a16:creationId xmlns:a16="http://schemas.microsoft.com/office/drawing/2014/main" id="{CD1E0C77-9862-4B96-A3C1-8F3320EB5330}"/>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7" name="empower_classification_placeholder">
            <a:extLst>
              <a:ext uri="{FF2B5EF4-FFF2-40B4-BE49-F238E27FC236}">
                <a16:creationId xmlns:a16="http://schemas.microsoft.com/office/drawing/2014/main" id="{9F464BB7-63C3-4B8A-A50E-5FC32FA6A18F}"/>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dirty="0" err="1">
                <a:solidFill>
                  <a:srgbClr val="928285"/>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8" name="empower_date_placeholder">
            <a:extLst>
              <a:ext uri="{FF2B5EF4-FFF2-40B4-BE49-F238E27FC236}">
                <a16:creationId xmlns:a16="http://schemas.microsoft.com/office/drawing/2014/main" id="{7E930412-6BBA-43BF-B0D5-11DDE46E471E}"/>
              </a:ext>
            </a:extLst>
          </p:cNvPr>
          <p:cNvSpPr txBox="1"/>
          <p:nvPr userDrawn="1">
            <p:custDataLst>
              <p:tags r:id="rId11"/>
            </p:custDataLst>
          </p:nvPr>
        </p:nvSpPr>
        <p:spPr bwMode="auto">
          <a:xfrm>
            <a:off x="453306"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18 Mrz 2023</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32"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8F38413D-F4DF-4C38-AFA5-F789B0753BA0}"/>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9794B9C6-1675-47CB-91BB-DFEC5ED642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4" name="Header Placeholder 3">
            <a:extLst>
              <a:ext uri="{FF2B5EF4-FFF2-40B4-BE49-F238E27FC236}">
                <a16:creationId xmlns:a16="http://schemas.microsoft.com/office/drawing/2014/main" id="{7AF2E097-63B0-454A-A53D-56A7FFB86CD8}"/>
              </a:ext>
            </a:extLst>
          </p:cNvPr>
          <p:cNvSpPr>
            <a:spLocks noGrp="1"/>
          </p:cNvSpPr>
          <p:nvPr>
            <p:ph type="hdr" sz="quarter"/>
          </p:nvPr>
        </p:nvSpPr>
        <p:spPr/>
        <p:txBody>
          <a:bodyPr/>
          <a:lstStyle/>
          <a:p>
            <a:pPr>
              <a:defRPr/>
            </a:pPr>
            <a:endParaRPr lang="en-US"/>
          </a:p>
        </p:txBody>
      </p:sp>
      <p:sp>
        <p:nvSpPr>
          <p:cNvPr id="5" name="Footer Placeholder 4">
            <a:extLst>
              <a:ext uri="{FF2B5EF4-FFF2-40B4-BE49-F238E27FC236}">
                <a16:creationId xmlns:a16="http://schemas.microsoft.com/office/drawing/2014/main" id="{042D09D5-A7BD-4039-9748-FC9BF8CF13C9}"/>
              </a:ext>
            </a:extLst>
          </p:cNvPr>
          <p:cNvSpPr>
            <a:spLocks noGrp="1"/>
          </p:cNvSpPr>
          <p:nvPr>
            <p:ph type="ftr" sz="quarter" idx="4"/>
          </p:nvPr>
        </p:nvSpPr>
        <p:spPr/>
        <p:txBody>
          <a:bodyPr/>
          <a:lstStyle/>
          <a:p>
            <a:pPr>
              <a:defRPr/>
            </a:pPr>
            <a:r>
              <a:rPr lang="en-US" b="0"/>
              <a:t>Copyright © Infineon Technologies AG 2020. All rights reserved.</a:t>
            </a:r>
          </a:p>
          <a:p>
            <a:pPr>
              <a:defRPr/>
            </a:pPr>
            <a:r>
              <a:rPr lang="en-US"/>
              <a:t>restricted</a:t>
            </a:r>
          </a:p>
        </p:txBody>
      </p:sp>
      <p:sp>
        <p:nvSpPr>
          <p:cNvPr id="6" name="Date Placeholder 5">
            <a:extLst>
              <a:ext uri="{FF2B5EF4-FFF2-40B4-BE49-F238E27FC236}">
                <a16:creationId xmlns:a16="http://schemas.microsoft.com/office/drawing/2014/main" id="{0CD9D1DE-AF05-4E57-8448-78AD3ECC0DEC}"/>
              </a:ext>
            </a:extLst>
          </p:cNvPr>
          <p:cNvSpPr>
            <a:spLocks noGrp="1"/>
          </p:cNvSpPr>
          <p:nvPr>
            <p:ph type="dt" sz="quarter" idx="1"/>
          </p:nvPr>
        </p:nvSpPr>
        <p:spPr/>
        <p:txBody>
          <a:bodyPr/>
          <a:lstStyle/>
          <a:p>
            <a:pPr>
              <a:defRPr/>
            </a:pPr>
            <a:r>
              <a:rPr lang="en-US"/>
              <a:t>2020-09-28</a:t>
            </a:r>
          </a:p>
          <a:p>
            <a:pPr>
              <a:defRPr/>
            </a:pPr>
            <a:endParaRPr lang="en-US"/>
          </a:p>
        </p:txBody>
      </p:sp>
      <p:sp>
        <p:nvSpPr>
          <p:cNvPr id="40967" name="Slide Number Placeholder 6">
            <a:extLst>
              <a:ext uri="{FF2B5EF4-FFF2-40B4-BE49-F238E27FC236}">
                <a16:creationId xmlns:a16="http://schemas.microsoft.com/office/drawing/2014/main" id="{1CA179E7-E955-4B87-AB3C-B95704E3F89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Arial Unicode MS"/>
                <a:cs typeface="Arial Unicode MS"/>
              </a:defRPr>
            </a:lvl1pPr>
            <a:lvl2pPr marL="742950" indent="-285750">
              <a:defRPr sz="1400">
                <a:solidFill>
                  <a:schemeClr val="tx1"/>
                </a:solidFill>
                <a:latin typeface="Arial" panose="020B0604020202020204" pitchFamily="34" charset="0"/>
                <a:ea typeface="Arial Unicode MS"/>
                <a:cs typeface="Arial Unicode MS"/>
              </a:defRPr>
            </a:lvl2pPr>
            <a:lvl3pPr marL="1143000" indent="-228600">
              <a:defRPr sz="1400">
                <a:solidFill>
                  <a:schemeClr val="tx1"/>
                </a:solidFill>
                <a:latin typeface="Arial" panose="020B0604020202020204" pitchFamily="34" charset="0"/>
                <a:ea typeface="Arial Unicode MS"/>
                <a:cs typeface="Arial Unicode MS"/>
              </a:defRPr>
            </a:lvl3pPr>
            <a:lvl4pPr marL="1600200" indent="-228600">
              <a:defRPr sz="1400">
                <a:solidFill>
                  <a:schemeClr val="tx1"/>
                </a:solidFill>
                <a:latin typeface="Arial" panose="020B0604020202020204" pitchFamily="34" charset="0"/>
                <a:ea typeface="Arial Unicode MS"/>
                <a:cs typeface="Arial Unicode MS"/>
              </a:defRPr>
            </a:lvl4pPr>
            <a:lvl5pPr marL="2057400" indent="-228600">
              <a:defRPr sz="1400">
                <a:solidFill>
                  <a:schemeClr val="tx1"/>
                </a:solidFill>
                <a:latin typeface="Arial" panose="020B0604020202020204" pitchFamily="34" charset="0"/>
                <a:ea typeface="Arial Unicode MS"/>
                <a:cs typeface="Arial Unicode MS"/>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fld id="{7B546C25-9E03-4656-8616-D74BA2B5C963}" type="slidenum">
              <a:rPr lang="en-US" altLang="de-DE" sz="800">
                <a:solidFill>
                  <a:srgbClr val="928285"/>
                </a:solidFill>
              </a:rPr>
              <a:pPr/>
              <a:t>3</a:t>
            </a:fld>
            <a:endParaRPr lang="en-US" altLang="de-DE" sz="800">
              <a:solidFill>
                <a:srgbClr val="928285"/>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7CCBA994-A13D-45BE-AACF-3DA8311E2163}"/>
              </a:ext>
            </a:extLst>
          </p:cNvPr>
          <p:cNvSpPr>
            <a:spLocks noGrp="1" noRot="1" noChangeAspect="1" noChangeArrowheads="1" noTextEdit="1"/>
          </p:cNvSpPr>
          <p:nvPr>
            <p:ph type="sldImg"/>
          </p:nvPr>
        </p:nvSpPr>
        <p:spPr>
          <a:ln/>
        </p:spPr>
      </p:sp>
      <p:sp>
        <p:nvSpPr>
          <p:cNvPr id="53251" name="Notes Placeholder 2">
            <a:extLst>
              <a:ext uri="{FF2B5EF4-FFF2-40B4-BE49-F238E27FC236}">
                <a16:creationId xmlns:a16="http://schemas.microsoft.com/office/drawing/2014/main" id="{0298578C-62D4-41E6-9770-21ACFCFB84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eaLnBrk="1" hangingPunct="1">
              <a:buFontTx/>
              <a:buChar char="•"/>
            </a:pPr>
            <a:endParaRPr lang="de-DE" altLang="de-DE"/>
          </a:p>
        </p:txBody>
      </p:sp>
      <p:sp>
        <p:nvSpPr>
          <p:cNvPr id="4" name="Header Placeholder 3">
            <a:extLst>
              <a:ext uri="{FF2B5EF4-FFF2-40B4-BE49-F238E27FC236}">
                <a16:creationId xmlns:a16="http://schemas.microsoft.com/office/drawing/2014/main" id="{5FED9BF1-F7C2-4C24-ADE5-3A92D5D81B73}"/>
              </a:ext>
            </a:extLst>
          </p:cNvPr>
          <p:cNvSpPr>
            <a:spLocks noGrp="1"/>
          </p:cNvSpPr>
          <p:nvPr>
            <p:ph type="hdr" sz="quarter"/>
          </p:nvPr>
        </p:nvSpPr>
        <p:spPr/>
        <p:txBody>
          <a:bodyPr/>
          <a:lstStyle/>
          <a:p>
            <a:pPr>
              <a:defRPr/>
            </a:pPr>
            <a:endParaRPr lang="en-US"/>
          </a:p>
        </p:txBody>
      </p:sp>
      <p:sp>
        <p:nvSpPr>
          <p:cNvPr id="5" name="Footer Placeholder 4">
            <a:extLst>
              <a:ext uri="{FF2B5EF4-FFF2-40B4-BE49-F238E27FC236}">
                <a16:creationId xmlns:a16="http://schemas.microsoft.com/office/drawing/2014/main" id="{6DD6A1E5-B288-4E50-B3FA-62BBB5516DDF}"/>
              </a:ext>
            </a:extLst>
          </p:cNvPr>
          <p:cNvSpPr>
            <a:spLocks noGrp="1"/>
          </p:cNvSpPr>
          <p:nvPr>
            <p:ph type="ftr" sz="quarter" idx="4"/>
          </p:nvPr>
        </p:nvSpPr>
        <p:spPr/>
        <p:txBody>
          <a:bodyPr/>
          <a:lstStyle/>
          <a:p>
            <a:pPr>
              <a:defRPr/>
            </a:pPr>
            <a:r>
              <a:rPr lang="en-US" b="0"/>
              <a:t>Copyright © Infineon Technologies AG 2020. All rights reserved.</a:t>
            </a:r>
          </a:p>
          <a:p>
            <a:pPr>
              <a:defRPr/>
            </a:pPr>
            <a:r>
              <a:rPr lang="en-US"/>
              <a:t>restricted</a:t>
            </a:r>
          </a:p>
        </p:txBody>
      </p:sp>
      <p:sp>
        <p:nvSpPr>
          <p:cNvPr id="6" name="Date Placeholder 5">
            <a:extLst>
              <a:ext uri="{FF2B5EF4-FFF2-40B4-BE49-F238E27FC236}">
                <a16:creationId xmlns:a16="http://schemas.microsoft.com/office/drawing/2014/main" id="{6D6DC31E-BECE-4FF8-9045-74D661E52C09}"/>
              </a:ext>
            </a:extLst>
          </p:cNvPr>
          <p:cNvSpPr>
            <a:spLocks noGrp="1"/>
          </p:cNvSpPr>
          <p:nvPr>
            <p:ph type="dt" sz="quarter" idx="1"/>
          </p:nvPr>
        </p:nvSpPr>
        <p:spPr/>
        <p:txBody>
          <a:bodyPr/>
          <a:lstStyle/>
          <a:p>
            <a:pPr>
              <a:defRPr/>
            </a:pPr>
            <a:r>
              <a:rPr lang="en-US"/>
              <a:t>2020-09-28</a:t>
            </a:r>
          </a:p>
          <a:p>
            <a:pPr>
              <a:defRPr/>
            </a:pPr>
            <a:endParaRPr lang="en-US"/>
          </a:p>
        </p:txBody>
      </p:sp>
      <p:sp>
        <p:nvSpPr>
          <p:cNvPr id="53255" name="Slide Number Placeholder 6">
            <a:extLst>
              <a:ext uri="{FF2B5EF4-FFF2-40B4-BE49-F238E27FC236}">
                <a16:creationId xmlns:a16="http://schemas.microsoft.com/office/drawing/2014/main" id="{593A7D17-A3DD-43DF-8CEA-8120BCBCA60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Arial Unicode MS"/>
                <a:cs typeface="Arial Unicode MS"/>
              </a:defRPr>
            </a:lvl1pPr>
            <a:lvl2pPr marL="742950" indent="-285750">
              <a:defRPr sz="1400">
                <a:solidFill>
                  <a:schemeClr val="tx1"/>
                </a:solidFill>
                <a:latin typeface="Arial" panose="020B0604020202020204" pitchFamily="34" charset="0"/>
                <a:ea typeface="Arial Unicode MS"/>
                <a:cs typeface="Arial Unicode MS"/>
              </a:defRPr>
            </a:lvl2pPr>
            <a:lvl3pPr marL="1143000" indent="-228600">
              <a:defRPr sz="1400">
                <a:solidFill>
                  <a:schemeClr val="tx1"/>
                </a:solidFill>
                <a:latin typeface="Arial" panose="020B0604020202020204" pitchFamily="34" charset="0"/>
                <a:ea typeface="Arial Unicode MS"/>
                <a:cs typeface="Arial Unicode MS"/>
              </a:defRPr>
            </a:lvl3pPr>
            <a:lvl4pPr marL="1600200" indent="-228600">
              <a:defRPr sz="1400">
                <a:solidFill>
                  <a:schemeClr val="tx1"/>
                </a:solidFill>
                <a:latin typeface="Arial" panose="020B0604020202020204" pitchFamily="34" charset="0"/>
                <a:ea typeface="Arial Unicode MS"/>
                <a:cs typeface="Arial Unicode MS"/>
              </a:defRPr>
            </a:lvl4pPr>
            <a:lvl5pPr marL="2057400" indent="-228600">
              <a:defRPr sz="1400">
                <a:solidFill>
                  <a:schemeClr val="tx1"/>
                </a:solidFill>
                <a:latin typeface="Arial" panose="020B0604020202020204" pitchFamily="34" charset="0"/>
                <a:ea typeface="Arial Unicode MS"/>
                <a:cs typeface="Arial Unicode MS"/>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fld id="{8D2D169C-7A9C-42BA-92E6-D60047062494}" type="slidenum">
              <a:rPr lang="en-US" altLang="de-DE" sz="800">
                <a:solidFill>
                  <a:srgbClr val="928285"/>
                </a:solidFill>
              </a:rPr>
              <a:pPr/>
              <a:t>6</a:t>
            </a:fld>
            <a:endParaRPr lang="en-US" altLang="de-DE" sz="800">
              <a:solidFill>
                <a:srgbClr val="928285"/>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1.pn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2.jp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slideMaster" Target="../slideMasters/slideMaster1.xml"/><Relationship Id="rId5" Type="http://schemas.openxmlformats.org/officeDocument/2006/relationships/tags" Target="../tags/tag10.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3.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1.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3.jpg"/><Relationship Id="rId5" Type="http://schemas.openxmlformats.org/officeDocument/2006/relationships/tags" Target="../tags/tag20.xml"/><Relationship Id="rId10" Type="http://schemas.openxmlformats.org/officeDocument/2006/relationships/slideMaster" Target="../slideMasters/slideMaster1.xml"/><Relationship Id="rId4" Type="http://schemas.openxmlformats.org/officeDocument/2006/relationships/tags" Target="../tags/tag19.xml"/><Relationship Id="rId9" Type="http://schemas.openxmlformats.org/officeDocument/2006/relationships/tags" Target="../tags/tag24.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1.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slideMaster" Target="../slideMasters/slideMaster1.xml"/><Relationship Id="rId5" Type="http://schemas.openxmlformats.org/officeDocument/2006/relationships/tags" Target="../tags/tag2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tags" Target="../tags/tag59.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5" Type="http://schemas.openxmlformats.org/officeDocument/2006/relationships/tags" Target="../tags/tag52.xml"/><Relationship Id="rId10" Type="http://schemas.openxmlformats.org/officeDocument/2006/relationships/tags" Target="../tags/tag57.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slideMaster" Target="../slideMasters/slideMaster1.xml"/><Relationship Id="rId5" Type="http://schemas.openxmlformats.org/officeDocument/2006/relationships/tags" Target="../tags/tag78.xml"/><Relationship Id="rId4" Type="http://schemas.openxmlformats.org/officeDocument/2006/relationships/tags" Target="../tags/tag7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4.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3" Type="http://schemas.openxmlformats.org/officeDocument/2006/relationships/tags" Target="../tags/tag84.xml"/><Relationship Id="rId7" Type="http://schemas.openxmlformats.org/officeDocument/2006/relationships/tags" Target="../tags/tag88.xml"/><Relationship Id="rId12" Type="http://schemas.openxmlformats.org/officeDocument/2006/relationships/tags" Target="../tags/tag93.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5" Type="http://schemas.openxmlformats.org/officeDocument/2006/relationships/tags" Target="../tags/tag86.xml"/><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tags" Target="../tags/tag107.xml"/><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15.xml"/><Relationship Id="rId13" Type="http://schemas.openxmlformats.org/officeDocument/2006/relationships/tags" Target="../tags/tag120.xml"/><Relationship Id="rId3" Type="http://schemas.openxmlformats.org/officeDocument/2006/relationships/tags" Target="../tags/tag110.xml"/><Relationship Id="rId7" Type="http://schemas.openxmlformats.org/officeDocument/2006/relationships/tags" Target="../tags/tag114.xml"/><Relationship Id="rId12" Type="http://schemas.openxmlformats.org/officeDocument/2006/relationships/tags" Target="../tags/tag119.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tags" Target="../tags/tag113.xml"/><Relationship Id="rId11" Type="http://schemas.openxmlformats.org/officeDocument/2006/relationships/tags" Target="../tags/tag118.xml"/><Relationship Id="rId5" Type="http://schemas.openxmlformats.org/officeDocument/2006/relationships/tags" Target="../tags/tag112.xml"/><Relationship Id="rId10" Type="http://schemas.openxmlformats.org/officeDocument/2006/relationships/tags" Target="../tags/tag117.xml"/><Relationship Id="rId4" Type="http://schemas.openxmlformats.org/officeDocument/2006/relationships/tags" Target="../tags/tag111.xml"/><Relationship Id="rId9" Type="http://schemas.openxmlformats.org/officeDocument/2006/relationships/tags" Target="../tags/tag116.xml"/><Relationship Id="rId1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tags" Target="../tags/tag132.xml"/><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tags" Target="../tags/tag145.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5" Type="http://schemas.openxmlformats.org/officeDocument/2006/relationships/tags" Target="../tags/tag138.xml"/><Relationship Id="rId10" Type="http://schemas.openxmlformats.org/officeDocument/2006/relationships/tags" Target="../tags/tag143.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3" Type="http://schemas.openxmlformats.org/officeDocument/2006/relationships/tags" Target="../tags/tag149.xml"/><Relationship Id="rId7" Type="http://schemas.openxmlformats.org/officeDocument/2006/relationships/tags" Target="../tags/tag153.xml"/><Relationship Id="rId12" Type="http://schemas.openxmlformats.org/officeDocument/2006/relationships/tags" Target="../tags/tag158.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tags" Target="../tags/tag171.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5" Type="http://schemas.openxmlformats.org/officeDocument/2006/relationships/tags" Target="../tags/tag164.xml"/><Relationship Id="rId10" Type="http://schemas.openxmlformats.org/officeDocument/2006/relationships/tags" Target="../tags/tag169.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80.xml"/><Relationship Id="rId13" Type="http://schemas.openxmlformats.org/officeDocument/2006/relationships/slideMaster" Target="../slideMasters/slideMaster1.xml"/><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tags" Target="../tags/tag184.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tags" Target="../tags/tag183.xml"/><Relationship Id="rId5" Type="http://schemas.openxmlformats.org/officeDocument/2006/relationships/tags" Target="../tags/tag177.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slideMaster" Target="../slideMasters/slideMaster1.xml"/><Relationship Id="rId4" Type="http://schemas.openxmlformats.org/officeDocument/2006/relationships/tags" Target="../tags/tag18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91.xml"/><Relationship Id="rId7" Type="http://schemas.openxmlformats.org/officeDocument/2006/relationships/image" Target="../media/image1.pn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slideMaster" Target="../slideMasters/slideMaster1.xml"/><Relationship Id="rId5" Type="http://schemas.openxmlformats.org/officeDocument/2006/relationships/tags" Target="../tags/tag193.xml"/><Relationship Id="rId4" Type="http://schemas.openxmlformats.org/officeDocument/2006/relationships/tags" Target="../tags/tag19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205.xml"/><Relationship Id="rId3" Type="http://schemas.openxmlformats.org/officeDocument/2006/relationships/tags" Target="../tags/tag200.xml"/><Relationship Id="rId7" Type="http://schemas.openxmlformats.org/officeDocument/2006/relationships/tags" Target="../tags/tag204.xml"/><Relationship Id="rId12" Type="http://schemas.openxmlformats.org/officeDocument/2006/relationships/image" Target="../media/image1.png"/><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image" Target="../media/image2.jpg"/><Relationship Id="rId5" Type="http://schemas.openxmlformats.org/officeDocument/2006/relationships/tags" Target="../tags/tag202.xml"/><Relationship Id="rId10" Type="http://schemas.openxmlformats.org/officeDocument/2006/relationships/slideMaster" Target="../slideMasters/slideMaster2.xml"/><Relationship Id="rId4" Type="http://schemas.openxmlformats.org/officeDocument/2006/relationships/tags" Target="../tags/tag201.xml"/><Relationship Id="rId9" Type="http://schemas.openxmlformats.org/officeDocument/2006/relationships/tags" Target="../tags/tag206.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214.xml"/><Relationship Id="rId13" Type="http://schemas.openxmlformats.org/officeDocument/2006/relationships/image" Target="../media/image7.svg"/><Relationship Id="rId3" Type="http://schemas.openxmlformats.org/officeDocument/2006/relationships/tags" Target="../tags/tag209.xml"/><Relationship Id="rId7" Type="http://schemas.openxmlformats.org/officeDocument/2006/relationships/tags" Target="../tags/tag213.xml"/><Relationship Id="rId12" Type="http://schemas.openxmlformats.org/officeDocument/2006/relationships/image" Target="../media/image6.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image" Target="../media/image5.jpeg"/><Relationship Id="rId5" Type="http://schemas.openxmlformats.org/officeDocument/2006/relationships/tags" Target="../tags/tag211.xml"/><Relationship Id="rId15" Type="http://schemas.openxmlformats.org/officeDocument/2006/relationships/image" Target="../media/image9.png"/><Relationship Id="rId10" Type="http://schemas.openxmlformats.org/officeDocument/2006/relationships/slideMaster" Target="../slideMasters/slideMaster2.xml"/><Relationship Id="rId4" Type="http://schemas.openxmlformats.org/officeDocument/2006/relationships/tags" Target="../tags/tag210.xml"/><Relationship Id="rId9" Type="http://schemas.openxmlformats.org/officeDocument/2006/relationships/tags" Target="../tags/tag215.xml"/><Relationship Id="rId1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223.xml"/><Relationship Id="rId3" Type="http://schemas.openxmlformats.org/officeDocument/2006/relationships/tags" Target="../tags/tag218.xml"/><Relationship Id="rId7" Type="http://schemas.openxmlformats.org/officeDocument/2006/relationships/tags" Target="../tags/tag222.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image" Target="../media/image1.png"/><Relationship Id="rId5" Type="http://schemas.openxmlformats.org/officeDocument/2006/relationships/tags" Target="../tags/tag220.xml"/><Relationship Id="rId10" Type="http://schemas.openxmlformats.org/officeDocument/2006/relationships/image" Target="../media/image3.jpg"/><Relationship Id="rId4" Type="http://schemas.openxmlformats.org/officeDocument/2006/relationships/tags" Target="../tags/tag219.xml"/><Relationship Id="rId9"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image" Target="../media/image8.png"/><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image" Target="../media/image7.sv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image" Target="../media/image6.png"/><Relationship Id="rId5" Type="http://schemas.openxmlformats.org/officeDocument/2006/relationships/tags" Target="../tags/tag228.xml"/><Relationship Id="rId10" Type="http://schemas.openxmlformats.org/officeDocument/2006/relationships/image" Target="../media/image10.jpeg"/><Relationship Id="rId4" Type="http://schemas.openxmlformats.org/officeDocument/2006/relationships/tags" Target="../tags/tag227.xml"/><Relationship Id="rId9" Type="http://schemas.openxmlformats.org/officeDocument/2006/relationships/slideMaster" Target="../slideMasters/slideMaster2.xml"/><Relationship Id="rId14"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39.xml"/><Relationship Id="rId3" Type="http://schemas.openxmlformats.org/officeDocument/2006/relationships/tags" Target="../tags/tag234.xml"/><Relationship Id="rId7" Type="http://schemas.openxmlformats.org/officeDocument/2006/relationships/tags" Target="../tags/tag238.xml"/><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tags" Target="../tags/tag237.xml"/><Relationship Id="rId11" Type="http://schemas.openxmlformats.org/officeDocument/2006/relationships/image" Target="../media/image1.png"/><Relationship Id="rId5" Type="http://schemas.openxmlformats.org/officeDocument/2006/relationships/tags" Target="../tags/tag236.xml"/><Relationship Id="rId10" Type="http://schemas.openxmlformats.org/officeDocument/2006/relationships/slideMaster" Target="../slideMasters/slideMaster2.xml"/><Relationship Id="rId4" Type="http://schemas.openxmlformats.org/officeDocument/2006/relationships/tags" Target="../tags/tag235.xml"/><Relationship Id="rId9" Type="http://schemas.openxmlformats.org/officeDocument/2006/relationships/tags" Target="../tags/tag240.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48.xml"/><Relationship Id="rId13" Type="http://schemas.openxmlformats.org/officeDocument/2006/relationships/slideMaster" Target="../slideMasters/slideMaster2.xml"/><Relationship Id="rId3" Type="http://schemas.openxmlformats.org/officeDocument/2006/relationships/tags" Target="../tags/tag243.xml"/><Relationship Id="rId7" Type="http://schemas.openxmlformats.org/officeDocument/2006/relationships/tags" Target="../tags/tag247.xml"/><Relationship Id="rId12" Type="http://schemas.openxmlformats.org/officeDocument/2006/relationships/tags" Target="../tags/tag252.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tags" Target="../tags/tag251.xml"/><Relationship Id="rId5" Type="http://schemas.openxmlformats.org/officeDocument/2006/relationships/tags" Target="../tags/tag245.xml"/><Relationship Id="rId10" Type="http://schemas.openxmlformats.org/officeDocument/2006/relationships/tags" Target="../tags/tag250.xml"/><Relationship Id="rId4" Type="http://schemas.openxmlformats.org/officeDocument/2006/relationships/tags" Target="../tags/tag244.xml"/><Relationship Id="rId9" Type="http://schemas.openxmlformats.org/officeDocument/2006/relationships/tags" Target="../tags/tag249.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60.xml"/><Relationship Id="rId13" Type="http://schemas.openxmlformats.org/officeDocument/2006/relationships/slideMaster" Target="../slideMasters/slideMaster2.xml"/><Relationship Id="rId3" Type="http://schemas.openxmlformats.org/officeDocument/2006/relationships/tags" Target="../tags/tag255.xml"/><Relationship Id="rId7" Type="http://schemas.openxmlformats.org/officeDocument/2006/relationships/tags" Target="../tags/tag259.xml"/><Relationship Id="rId12" Type="http://schemas.openxmlformats.org/officeDocument/2006/relationships/tags" Target="../tags/tag264.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11" Type="http://schemas.openxmlformats.org/officeDocument/2006/relationships/tags" Target="../tags/tag263.xml"/><Relationship Id="rId5" Type="http://schemas.openxmlformats.org/officeDocument/2006/relationships/tags" Target="../tags/tag257.xml"/><Relationship Id="rId10" Type="http://schemas.openxmlformats.org/officeDocument/2006/relationships/tags" Target="../tags/tag262.xml"/><Relationship Id="rId4" Type="http://schemas.openxmlformats.org/officeDocument/2006/relationships/tags" Target="../tags/tag256.xml"/><Relationship Id="rId9" Type="http://schemas.openxmlformats.org/officeDocument/2006/relationships/tags" Target="../tags/tag26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72.xml"/><Relationship Id="rId13" Type="http://schemas.openxmlformats.org/officeDocument/2006/relationships/slideMaster" Target="../slideMasters/slideMaster2.xml"/><Relationship Id="rId3" Type="http://schemas.openxmlformats.org/officeDocument/2006/relationships/tags" Target="../tags/tag267.xml"/><Relationship Id="rId7" Type="http://schemas.openxmlformats.org/officeDocument/2006/relationships/tags" Target="../tags/tag271.xml"/><Relationship Id="rId12" Type="http://schemas.openxmlformats.org/officeDocument/2006/relationships/tags" Target="../tags/tag276.xml"/><Relationship Id="rId2" Type="http://schemas.openxmlformats.org/officeDocument/2006/relationships/tags" Target="../tags/tag266.xml"/><Relationship Id="rId1" Type="http://schemas.openxmlformats.org/officeDocument/2006/relationships/tags" Target="../tags/tag265.xml"/><Relationship Id="rId6" Type="http://schemas.openxmlformats.org/officeDocument/2006/relationships/tags" Target="../tags/tag270.xml"/><Relationship Id="rId11" Type="http://schemas.openxmlformats.org/officeDocument/2006/relationships/tags" Target="../tags/tag275.xml"/><Relationship Id="rId5" Type="http://schemas.openxmlformats.org/officeDocument/2006/relationships/tags" Target="../tags/tag269.xml"/><Relationship Id="rId10" Type="http://schemas.openxmlformats.org/officeDocument/2006/relationships/tags" Target="../tags/tag274.xml"/><Relationship Id="rId4" Type="http://schemas.openxmlformats.org/officeDocument/2006/relationships/tags" Target="../tags/tag268.xml"/><Relationship Id="rId9" Type="http://schemas.openxmlformats.org/officeDocument/2006/relationships/tags" Target="../tags/tag273.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 Id="rId5" Type="http://schemas.openxmlformats.org/officeDocument/2006/relationships/slideMaster" Target="../slideMasters/slideMaster2.xml"/><Relationship Id="rId4" Type="http://schemas.openxmlformats.org/officeDocument/2006/relationships/tags" Target="../tags/tag280.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 Id="rId5" Type="http://schemas.openxmlformats.org/officeDocument/2006/relationships/image" Target="../media/image4.png"/><Relationship Id="rId4"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91.xml"/><Relationship Id="rId13" Type="http://schemas.openxmlformats.org/officeDocument/2006/relationships/slideMaster" Target="../slideMasters/slideMaster2.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tags" Target="../tags/tag295.xml"/><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tags" Target="../tags/tag294.xml"/><Relationship Id="rId5" Type="http://schemas.openxmlformats.org/officeDocument/2006/relationships/tags" Target="../tags/tag288.xml"/><Relationship Id="rId10" Type="http://schemas.openxmlformats.org/officeDocument/2006/relationships/tags" Target="../tags/tag293.xml"/><Relationship Id="rId4" Type="http://schemas.openxmlformats.org/officeDocument/2006/relationships/tags" Target="../tags/tag287.xml"/><Relationship Id="rId9" Type="http://schemas.openxmlformats.org/officeDocument/2006/relationships/tags" Target="../tags/tag29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303.xml"/><Relationship Id="rId13" Type="http://schemas.openxmlformats.org/officeDocument/2006/relationships/slideMaster" Target="../slideMasters/slideMaster2.xml"/><Relationship Id="rId3" Type="http://schemas.openxmlformats.org/officeDocument/2006/relationships/tags" Target="../tags/tag298.xml"/><Relationship Id="rId7" Type="http://schemas.openxmlformats.org/officeDocument/2006/relationships/tags" Target="../tags/tag302.xml"/><Relationship Id="rId12" Type="http://schemas.openxmlformats.org/officeDocument/2006/relationships/tags" Target="../tags/tag307.xml"/><Relationship Id="rId2" Type="http://schemas.openxmlformats.org/officeDocument/2006/relationships/tags" Target="../tags/tag297.xml"/><Relationship Id="rId1" Type="http://schemas.openxmlformats.org/officeDocument/2006/relationships/tags" Target="../tags/tag296.xml"/><Relationship Id="rId6" Type="http://schemas.openxmlformats.org/officeDocument/2006/relationships/tags" Target="../tags/tag301.xml"/><Relationship Id="rId11" Type="http://schemas.openxmlformats.org/officeDocument/2006/relationships/tags" Target="../tags/tag306.xml"/><Relationship Id="rId5" Type="http://schemas.openxmlformats.org/officeDocument/2006/relationships/tags" Target="../tags/tag300.xml"/><Relationship Id="rId10" Type="http://schemas.openxmlformats.org/officeDocument/2006/relationships/tags" Target="../tags/tag305.xml"/><Relationship Id="rId4" Type="http://schemas.openxmlformats.org/officeDocument/2006/relationships/tags" Target="../tags/tag299.xml"/><Relationship Id="rId9" Type="http://schemas.openxmlformats.org/officeDocument/2006/relationships/tags" Target="../tags/tag304.xm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slideMaster" Target="../slideMasters/slideMaster2.xml"/><Relationship Id="rId3" Type="http://schemas.openxmlformats.org/officeDocument/2006/relationships/tags" Target="../tags/tag310.xml"/><Relationship Id="rId7" Type="http://schemas.openxmlformats.org/officeDocument/2006/relationships/tags" Target="../tags/tag314.xml"/><Relationship Id="rId12" Type="http://schemas.openxmlformats.org/officeDocument/2006/relationships/tags" Target="../tags/tag319.xml"/><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0" Type="http://schemas.openxmlformats.org/officeDocument/2006/relationships/tags" Target="../tags/tag317.xml"/><Relationship Id="rId4" Type="http://schemas.openxmlformats.org/officeDocument/2006/relationships/tags" Target="../tags/tag311.xml"/><Relationship Id="rId9" Type="http://schemas.openxmlformats.org/officeDocument/2006/relationships/tags" Target="../tags/tag316.xm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327.xml"/><Relationship Id="rId13" Type="http://schemas.openxmlformats.org/officeDocument/2006/relationships/slideMaster" Target="../slideMasters/slideMaster2.xml"/><Relationship Id="rId3" Type="http://schemas.openxmlformats.org/officeDocument/2006/relationships/tags" Target="../tags/tag322.xml"/><Relationship Id="rId7" Type="http://schemas.openxmlformats.org/officeDocument/2006/relationships/tags" Target="../tags/tag326.xml"/><Relationship Id="rId12" Type="http://schemas.openxmlformats.org/officeDocument/2006/relationships/tags" Target="../tags/tag331.xml"/><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tags" Target="../tags/tag330.xml"/><Relationship Id="rId5" Type="http://schemas.openxmlformats.org/officeDocument/2006/relationships/tags" Target="../tags/tag324.xml"/><Relationship Id="rId10" Type="http://schemas.openxmlformats.org/officeDocument/2006/relationships/tags" Target="../tags/tag329.xml"/><Relationship Id="rId4" Type="http://schemas.openxmlformats.org/officeDocument/2006/relationships/tags" Target="../tags/tag323.xml"/><Relationship Id="rId9" Type="http://schemas.openxmlformats.org/officeDocument/2006/relationships/tags" Target="../tags/tag328.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slideMaster" Target="../slideMasters/slideMaster2.xml"/><Relationship Id="rId3" Type="http://schemas.openxmlformats.org/officeDocument/2006/relationships/tags" Target="../tags/tag334.xml"/><Relationship Id="rId7" Type="http://schemas.openxmlformats.org/officeDocument/2006/relationships/tags" Target="../tags/tag338.xml"/><Relationship Id="rId12" Type="http://schemas.openxmlformats.org/officeDocument/2006/relationships/tags" Target="../tags/tag343.xml"/><Relationship Id="rId2" Type="http://schemas.openxmlformats.org/officeDocument/2006/relationships/tags" Target="../tags/tag333.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tags" Target="../tags/tag342.xml"/><Relationship Id="rId5" Type="http://schemas.openxmlformats.org/officeDocument/2006/relationships/tags" Target="../tags/tag336.xml"/><Relationship Id="rId10" Type="http://schemas.openxmlformats.org/officeDocument/2006/relationships/tags" Target="../tags/tag341.xml"/><Relationship Id="rId4" Type="http://schemas.openxmlformats.org/officeDocument/2006/relationships/tags" Target="../tags/tag335.xml"/><Relationship Id="rId9" Type="http://schemas.openxmlformats.org/officeDocument/2006/relationships/tags" Target="../tags/tag340.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351.xml"/><Relationship Id="rId13" Type="http://schemas.openxmlformats.org/officeDocument/2006/relationships/slideMaster" Target="../slideMasters/slideMaster2.xml"/><Relationship Id="rId3" Type="http://schemas.openxmlformats.org/officeDocument/2006/relationships/tags" Target="../tags/tag346.xml"/><Relationship Id="rId7" Type="http://schemas.openxmlformats.org/officeDocument/2006/relationships/tags" Target="../tags/tag350.xml"/><Relationship Id="rId12" Type="http://schemas.openxmlformats.org/officeDocument/2006/relationships/tags" Target="../tags/tag355.xml"/><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tags" Target="../tags/tag349.xml"/><Relationship Id="rId11" Type="http://schemas.openxmlformats.org/officeDocument/2006/relationships/tags" Target="../tags/tag354.xml"/><Relationship Id="rId5" Type="http://schemas.openxmlformats.org/officeDocument/2006/relationships/tags" Target="../tags/tag348.xml"/><Relationship Id="rId10" Type="http://schemas.openxmlformats.org/officeDocument/2006/relationships/tags" Target="../tags/tag353.xml"/><Relationship Id="rId4" Type="http://schemas.openxmlformats.org/officeDocument/2006/relationships/tags" Target="../tags/tag347.xml"/><Relationship Id="rId9" Type="http://schemas.openxmlformats.org/officeDocument/2006/relationships/tags" Target="../tags/tag35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363.xml"/><Relationship Id="rId13" Type="http://schemas.openxmlformats.org/officeDocument/2006/relationships/slideMaster" Target="../slideMasters/slideMaster2.xml"/><Relationship Id="rId3" Type="http://schemas.openxmlformats.org/officeDocument/2006/relationships/tags" Target="../tags/tag358.xml"/><Relationship Id="rId7" Type="http://schemas.openxmlformats.org/officeDocument/2006/relationships/tags" Target="../tags/tag362.xml"/><Relationship Id="rId12" Type="http://schemas.openxmlformats.org/officeDocument/2006/relationships/tags" Target="../tags/tag367.xml"/><Relationship Id="rId2" Type="http://schemas.openxmlformats.org/officeDocument/2006/relationships/tags" Target="../tags/tag357.xml"/><Relationship Id="rId1" Type="http://schemas.openxmlformats.org/officeDocument/2006/relationships/tags" Target="../tags/tag356.xml"/><Relationship Id="rId6" Type="http://schemas.openxmlformats.org/officeDocument/2006/relationships/tags" Target="../tags/tag361.xml"/><Relationship Id="rId11" Type="http://schemas.openxmlformats.org/officeDocument/2006/relationships/tags" Target="../tags/tag366.xml"/><Relationship Id="rId5" Type="http://schemas.openxmlformats.org/officeDocument/2006/relationships/tags" Target="../tags/tag360.xml"/><Relationship Id="rId10" Type="http://schemas.openxmlformats.org/officeDocument/2006/relationships/tags" Target="../tags/tag365.xml"/><Relationship Id="rId4" Type="http://schemas.openxmlformats.org/officeDocument/2006/relationships/tags" Target="../tags/tag359.xml"/><Relationship Id="rId9" Type="http://schemas.openxmlformats.org/officeDocument/2006/relationships/tags" Target="../tags/tag364.xml"/></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375.xml"/><Relationship Id="rId3" Type="http://schemas.openxmlformats.org/officeDocument/2006/relationships/tags" Target="../tags/tag370.xml"/><Relationship Id="rId7" Type="http://schemas.openxmlformats.org/officeDocument/2006/relationships/tags" Target="../tags/tag374.xml"/><Relationship Id="rId12" Type="http://schemas.openxmlformats.org/officeDocument/2006/relationships/slideMaster" Target="../slideMasters/slideMaster2.xml"/><Relationship Id="rId2" Type="http://schemas.openxmlformats.org/officeDocument/2006/relationships/tags" Target="../tags/tag369.xml"/><Relationship Id="rId1" Type="http://schemas.openxmlformats.org/officeDocument/2006/relationships/tags" Target="../tags/tag368.xml"/><Relationship Id="rId6" Type="http://schemas.openxmlformats.org/officeDocument/2006/relationships/tags" Target="../tags/tag373.xml"/><Relationship Id="rId11" Type="http://schemas.openxmlformats.org/officeDocument/2006/relationships/tags" Target="../tags/tag378.xml"/><Relationship Id="rId5" Type="http://schemas.openxmlformats.org/officeDocument/2006/relationships/tags" Target="../tags/tag372.xml"/><Relationship Id="rId10" Type="http://schemas.openxmlformats.org/officeDocument/2006/relationships/tags" Target="../tags/tag377.xml"/><Relationship Id="rId4" Type="http://schemas.openxmlformats.org/officeDocument/2006/relationships/tags" Target="../tags/tag371.xml"/><Relationship Id="rId9" Type="http://schemas.openxmlformats.org/officeDocument/2006/relationships/tags" Target="../tags/tag376.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381.xml"/><Relationship Id="rId2" Type="http://schemas.openxmlformats.org/officeDocument/2006/relationships/tags" Target="../tags/tag380.xml"/><Relationship Id="rId1" Type="http://schemas.openxmlformats.org/officeDocument/2006/relationships/tags" Target="../tags/tag379.xml"/><Relationship Id="rId4"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384.xml"/><Relationship Id="rId7" Type="http://schemas.openxmlformats.org/officeDocument/2006/relationships/image" Target="../media/image1.png"/><Relationship Id="rId2" Type="http://schemas.openxmlformats.org/officeDocument/2006/relationships/tags" Target="../tags/tag383.xml"/><Relationship Id="rId1" Type="http://schemas.openxmlformats.org/officeDocument/2006/relationships/tags" Target="../tags/tag382.xml"/><Relationship Id="rId6" Type="http://schemas.openxmlformats.org/officeDocument/2006/relationships/slideMaster" Target="../slideMasters/slideMaster2.xml"/><Relationship Id="rId5" Type="http://schemas.openxmlformats.org/officeDocument/2006/relationships/tags" Target="../tags/tag386.xml"/><Relationship Id="rId4" Type="http://schemas.openxmlformats.org/officeDocument/2006/relationships/tags" Target="../tags/tag38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2"/>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restricted</a:t>
            </a: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custDataLst>
              <p:tags r:id="rId10"/>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55361232"/>
      </p:ext>
    </p:extLst>
  </p:cSld>
  <p:clrMapOvr>
    <a:masterClrMapping/>
  </p:clrMapOvr>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1"/>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dirty="0">
                <a:solidFill>
                  <a:schemeClr val="tx1"/>
                </a:solidFill>
                <a:latin typeface="+mn-lt"/>
                <a:ea typeface="+mn-ea"/>
                <a:cs typeface="+mn-cs"/>
              </a:rPr>
              <a:t>restricted</a:t>
            </a: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endParaRPr lang="en-US" b="1" dirty="0"/>
          </a:p>
        </p:txBody>
      </p:sp>
      <p:sp>
        <p:nvSpPr>
          <p:cNvPr id="17" name="Footer Placeholder 16" hidden="1">
            <a:extLst>
              <a:ext uri="{FF2B5EF4-FFF2-40B4-BE49-F238E27FC236}">
                <a16:creationId xmlns:a16="http://schemas.microsoft.com/office/drawing/2014/main" id="{05BA39DF-1C65-465A-9ECA-C35A3F0705E9}"/>
              </a:ext>
            </a:extLst>
          </p:cNvPr>
          <p:cNvSpPr>
            <a:spLocks noGrp="1"/>
          </p:cNvSpPr>
          <p:nvPr>
            <p:ph type="ftr" sz="quarter" idx="20"/>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192423285"/>
      </p:ext>
    </p:extLst>
  </p:cSld>
  <p:clrMapOvr>
    <a:masterClrMapping/>
  </p:clrMapOvr>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custDataLst>
              <p:tags r:id="rId10"/>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281391533"/>
      </p:ext>
    </p:extLst>
  </p:cSld>
  <p:clrMapOvr>
    <a:masterClrMapping/>
  </p:clrMapOvr>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2023. All rights reserved.</a:t>
            </a: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18 Mrz 2023</a:t>
            </a: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dirty="0">
                <a:solidFill>
                  <a:schemeClr val="tx1"/>
                </a:solidFill>
                <a:latin typeface="+mn-lt"/>
                <a:ea typeface="+mn-ea"/>
                <a:cs typeface="+mn-cs"/>
              </a:rPr>
              <a:t>restricted</a:t>
            </a: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87074326"/>
      </p:ext>
    </p:extLst>
  </p:cSld>
  <p:clrMapOvr>
    <a:masterClrMapping/>
  </p:clrMapOvr>
  <p:hf hdr="0" dt="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114647271"/>
      </p:ext>
    </p:extLst>
  </p:cSld>
  <p:clrMapOvr>
    <a:masterClrMapping/>
  </p:clrMapOvr>
  <p:hf hdr="0" dt="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endParaRPr lang="en-US" sz="800" kern="0" noProof="0" dirty="0">
              <a:solidFill>
                <a:schemeClr val="tx1"/>
              </a:solidFill>
              <a:latin typeface="+mn-lt"/>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2023. All rights reserved.</a:t>
            </a: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18 Mrz 2023</a:t>
            </a:r>
            <a:endParaRPr lang="en-US" sz="800" kern="0" noProof="0" dirty="0">
              <a:solidFill>
                <a:schemeClr val="tx1"/>
              </a:solidFill>
              <a:latin typeface="+mn-lt"/>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custDataLst>
              <p:tags r:id="rId13"/>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2023. All rights reserved.</a:t>
            </a: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18 Mrz 2023</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custDataLst>
              <p:tags r:id="rId12"/>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hdr="0" dt="0"/>
  <p:extLst>
    <p:ext uri="{DCECCB84-F9BA-43D5-87BE-67443E8EF086}">
      <p15:sldGuideLst xmlns:p15="http://schemas.microsoft.com/office/powerpoint/2012/main">
        <p15:guide id="1" pos="7469" userDrawn="1">
          <p15:clr>
            <a:srgbClr val="FBAE40"/>
          </p15:clr>
        </p15:guide>
        <p15:guide id="2" pos="211" userDrawn="1">
          <p15:clr>
            <a:srgbClr val="FBAE40"/>
          </p15:clr>
        </p15:guide>
        <p15:guide id="3" orient="horz" pos="4020" userDrawn="1">
          <p15:clr>
            <a:srgbClr val="FBAE40"/>
          </p15:clr>
        </p15:guide>
        <p15:guide id="4" orient="horz" pos="799"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custDataLst>
              <p:tags r:id="rId4"/>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43257007"/>
      </p:ext>
    </p:extLst>
  </p:cSld>
  <p:clrMapOvr>
    <a:masterClrMapping/>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97727015"/>
      </p:ext>
    </p:extLst>
  </p:cSld>
  <p:clrMapOvr>
    <a:masterClrMapping/>
  </p:clrMapOvr>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1"/>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07320237"/>
      </p:ext>
    </p:extLst>
  </p:cSld>
  <p:clrMapOvr>
    <a:masterClrMapping/>
  </p:clrMapOvr>
  <p:hf sldNum="0" hdr="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esentation title 4">
    <p:bg>
      <p:bgPr>
        <a:solidFill>
          <a:schemeClr val="bg1"/>
        </a:solidFill>
        <a:effectLst/>
      </p:bgPr>
    </p:bg>
    <p:spTree>
      <p:nvGrpSpPr>
        <p:cNvPr id="1" name=""/>
        <p:cNvGrpSpPr/>
        <p:nvPr/>
      </p:nvGrpSpPr>
      <p:grpSpPr>
        <a:xfrm>
          <a:off x="0" y="0"/>
          <a:ext cx="0" cy="0"/>
          <a:chOff x="0" y="0"/>
          <a:chExt cx="0" cy="0"/>
        </a:xfrm>
      </p:grpSpPr>
      <p:sp>
        <p:nvSpPr>
          <p:cNvPr id="6" name="LOGO PROTECTION">
            <a:extLst>
              <a:ext uri="{FF2B5EF4-FFF2-40B4-BE49-F238E27FC236}">
                <a16:creationId xmlns:a16="http://schemas.microsoft.com/office/drawing/2014/main" id="{193C101A-31DD-4FCB-8E69-ED3C115F16E0}"/>
              </a:ext>
            </a:extLst>
          </p:cNvPr>
          <p:cNvSpPr/>
          <p:nvPr>
            <p:custDataLst>
              <p:tags r:id="rId1"/>
            </p:custDataLst>
          </p:nvPr>
        </p:nvSpPr>
        <p:spPr bwMode="auto">
          <a:xfrm>
            <a:off x="9912424"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a:spLocks noGrp="1" noRot="1" noMove="1" noResize="1" noEditPoints="1" noAdjustHandles="1" noChangeArrowheads="1" noChangeShapeType="1"/>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13" name="Crystal Shape">
            <a:extLst>
              <a:ext uri="{FF2B5EF4-FFF2-40B4-BE49-F238E27FC236}">
                <a16:creationId xmlns:a16="http://schemas.microsoft.com/office/drawing/2014/main" id="{A4208110-E884-BAAA-527C-E592A2F7FA29}"/>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blipFill>
            <a:blip r:embed="rId11" cstate="screen">
              <a:extLst>
                <a:ext uri="{28A0092B-C50C-407E-A947-70E740481C1C}">
                  <a14:useLocalDpi xmlns:a14="http://schemas.microsoft.com/office/drawing/2010/main"/>
                </a:ext>
              </a:extLst>
            </a:blip>
            <a:srcRect/>
            <a:stretch>
              <a:fillRect/>
            </a:stretch>
          </a:blip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a:extLst>
              <a:ext uri="{FF2B5EF4-FFF2-40B4-BE49-F238E27FC236}">
                <a16:creationId xmlns:a16="http://schemas.microsoft.com/office/drawing/2014/main" id="{C370ED20-2DD7-4652-95B4-6C73AD11EB7F}"/>
              </a:ext>
            </a:extLst>
          </p:cNvPr>
          <p:cNvSpPr/>
          <p:nvPr userDrawn="1"/>
        </p:nvSpPr>
        <p:spPr bwMode="auto">
          <a:xfrm>
            <a:off x="0" y="18864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p:blipFill>
        <p:spPr>
          <a:xfrm>
            <a:off x="9994175" y="353272"/>
            <a:ext cx="1574433" cy="687428"/>
          </a:xfrm>
          <a:prstGeom prst="rect">
            <a:avLst/>
          </a:prstGeom>
        </p:spPr>
      </p:pic>
      <p:pic>
        <p:nvPicPr>
          <p:cNvPr id="22" name="LOGO Award Innovation" descr="Ein Bild, das Text, Screenshot, Schrift, Kreis enthält.&#10;&#10;KI-generierte Inhalte können fehlerhaft sein.">
            <a:extLst>
              <a:ext uri="{FF2B5EF4-FFF2-40B4-BE49-F238E27FC236}">
                <a16:creationId xmlns:a16="http://schemas.microsoft.com/office/drawing/2014/main" id="{5C8094CB-6CA5-4C8C-A34D-E405220AEA8F}"/>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3" name="LOGO Award Sustainability" descr="Ein Bild, das Schwarz, Dunkelheit enthält.&#10;&#10;Automatisch generierte Beschreibung">
            <a:extLst>
              <a:ext uri="{FF2B5EF4-FFF2-40B4-BE49-F238E27FC236}">
                <a16:creationId xmlns:a16="http://schemas.microsoft.com/office/drawing/2014/main" id="{2580F642-116E-41DC-881C-366C1DFCA471}"/>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2877626225"/>
      </p:ext>
    </p:extLst>
  </p:cSld>
  <p:clrMapOvr>
    <a:masterClrMapping/>
  </p:clrMapOvr>
  <p:hf sldNum="0" hdr="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0"/>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903413424"/>
      </p:ext>
    </p:extLst>
  </p:cSld>
  <p:clrMapOvr>
    <a:masterClrMapping/>
  </p:clrMapOvr>
  <p:hf sldNum="0" hdr="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esentation title 5">
    <p:bg>
      <p:bgPr>
        <a:solidFill>
          <a:schemeClr val="bg1"/>
        </a:solidFill>
        <a:effectLst/>
      </p:bgPr>
    </p:bg>
    <p:spTree>
      <p:nvGrpSpPr>
        <p:cNvPr id="1" name=""/>
        <p:cNvGrpSpPr/>
        <p:nvPr/>
      </p:nvGrpSpPr>
      <p:grpSpPr>
        <a:xfrm>
          <a:off x="0" y="0"/>
          <a:ext cx="0" cy="0"/>
          <a:chOff x="0" y="0"/>
          <a:chExt cx="0" cy="0"/>
        </a:xfrm>
      </p:grpSpPr>
      <p:sp>
        <p:nvSpPr>
          <p:cNvPr id="4" name="LOGO PROTECTION">
            <a:extLst>
              <a:ext uri="{FF2B5EF4-FFF2-40B4-BE49-F238E27FC236}">
                <a16:creationId xmlns:a16="http://schemas.microsoft.com/office/drawing/2014/main" id="{4DCE96B1-83D3-EAE7-D992-044F49F60C08}"/>
              </a:ext>
            </a:extLst>
          </p:cNvPr>
          <p:cNvSpPr/>
          <p:nvPr userDrawn="1">
            <p:custDataLst>
              <p:tags r:id="rId1"/>
            </p:custDataLst>
          </p:nvPr>
        </p:nvSpPr>
        <p:spPr bwMode="auto">
          <a:xfrm>
            <a:off x="263352"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pic>
        <p:nvPicPr>
          <p:cNvPr id="2" name="Picture 1" descr="A close-up of a plant&#10;&#10;Description automatically generated">
            <a:extLst>
              <a:ext uri="{FF2B5EF4-FFF2-40B4-BE49-F238E27FC236}">
                <a16:creationId xmlns:a16="http://schemas.microsoft.com/office/drawing/2014/main" id="{D8A43A75-D6CE-2257-415C-1E0787C2AD10}"/>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0" y="0"/>
            <a:ext cx="5206538" cy="6858000"/>
          </a:xfrm>
          <a:prstGeom prst="rect">
            <a:avLst/>
          </a:prstGeom>
        </p:spPr>
      </p:pic>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12" name="LOGO">
            <a:extLst>
              <a:ext uri="{FF2B5EF4-FFF2-40B4-BE49-F238E27FC236}">
                <a16:creationId xmlns:a16="http://schemas.microsoft.com/office/drawing/2014/main" id="{1807AF6D-9E64-2C4F-72B8-8E1B696F07BF}"/>
              </a:ext>
            </a:extLst>
          </p:cNvPr>
          <p:cNvPicPr>
            <a:picLocks noChangeAspect="1"/>
          </p:cNvPicPr>
          <p:nvPr userDrawn="1"/>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334800" y="353272"/>
            <a:ext cx="1574433" cy="687428"/>
          </a:xfrm>
          <a:prstGeom prst="rect">
            <a:avLst/>
          </a:prstGeom>
        </p:spPr>
      </p:pic>
      <p:pic>
        <p:nvPicPr>
          <p:cNvPr id="20" name="LOGO Award Innovation" descr="Ein Bild, das Text, Screenshot, Schrift, Kreis enthält.&#10;&#10;KI-generierte Inhalte können fehlerhaft sein.">
            <a:extLst>
              <a:ext uri="{FF2B5EF4-FFF2-40B4-BE49-F238E27FC236}">
                <a16:creationId xmlns:a16="http://schemas.microsoft.com/office/drawing/2014/main" id="{B9B3D97A-9BFB-40A0-9441-80DA943DDD7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1" name="LOGO Award Sustainability" descr="Ein Bild, das Schwarz, Dunkelheit enthält.&#10;&#10;Automatisch generierte Beschreibung">
            <a:extLst>
              <a:ext uri="{FF2B5EF4-FFF2-40B4-BE49-F238E27FC236}">
                <a16:creationId xmlns:a16="http://schemas.microsoft.com/office/drawing/2014/main" id="{19FCA7E8-3379-4D22-BCD2-3178461C8B7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594780699"/>
      </p:ext>
    </p:extLst>
  </p:cSld>
  <p:clrMapOvr>
    <a:masterClrMapping/>
  </p:clrMapOvr>
  <p:hf sldNum="0" hdr="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r>
              <a:rPr lang="en-US" b="1"/>
              <a:t> </a:t>
            </a:r>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50623309"/>
      </p:ext>
    </p:extLst>
  </p:cSld>
  <p:clrMapOvr>
    <a:masterClrMapping/>
  </p:clrMapOvr>
  <p:hf sldNum="0" hdr="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2025-01-09</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4248592024"/>
      </p:ext>
    </p:extLst>
  </p:cSld>
  <p:clrMapOvr>
    <a:masterClrMapping/>
  </p:clrMapOvr>
  <p:hf sldNum="0" hdr="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r>
              <a:rPr lang="en-US" b="1"/>
              <a:t> </a:t>
            </a:r>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202583285"/>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r>
              <a:rPr lang="en-US" b="1"/>
              <a:t> </a:t>
            </a:r>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7215316"/>
      </p:ext>
    </p:extLst>
  </p:cSld>
  <p:clrMapOvr>
    <a:masterClrMapping/>
  </p:clrMapOvr>
  <p:hf sldNum="0" hdr="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76947943"/>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25554269"/>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440199632"/>
      </p:ext>
    </p:extLst>
  </p:cSld>
  <p:clrMapOvr>
    <a:masterClrMapping/>
  </p:clrMapOvr>
  <p:hf sldNum="0" hdr="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841455"/>
      </p:ext>
    </p:extLst>
  </p:cSld>
  <p:clrMapOvr>
    <a:masterClrMapping/>
  </p:clrMapOvr>
  <p:hf sldNum="0" hdr="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597120945"/>
      </p:ext>
    </p:extLst>
  </p:cSld>
  <p:clrMapOvr>
    <a:masterClrMapping/>
  </p:clrMapOvr>
  <p:hf sldNum="0" hdr="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1441313445"/>
      </p:ext>
    </p:extLst>
  </p:cSld>
  <p:clrMapOvr>
    <a:masterClrMapping/>
  </p:clrMapOvr>
  <p:hf sldNum="0" hdr="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17719449"/>
      </p:ext>
    </p:extLst>
  </p:cSld>
  <p:clrMapOvr>
    <a:masterClrMapping/>
  </p:clrMapOvr>
  <p:hf sldNum="0" hdr="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dirty="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r>
              <a:rPr lang="en-US" b="1"/>
              <a:t> </a:t>
            </a:r>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2835164718"/>
      </p:ext>
    </p:extLst>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2025-01-09</a:t>
            </a:r>
            <a:endParaRPr lang="en-US" sz="800" kern="0" noProof="0" dirty="0">
              <a:solidFill>
                <a:schemeClr val="tx1"/>
              </a:solidFill>
              <a:latin typeface="+mn-lt"/>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234688007"/>
      </p:ext>
    </p:extLst>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2025-01-09</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r>
              <a:rPr lang="en-US" b="1"/>
              <a:t> </a:t>
            </a:r>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447215755"/>
      </p:ext>
    </p:extLst>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4020">
          <p15:clr>
            <a:srgbClr val="FBAE40"/>
          </p15:clr>
        </p15:guide>
        <p15:guide id="4" orient="horz" pos="79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r>
              <a:rPr lang="en-US" b="1"/>
              <a:t> </a:t>
            </a:r>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19618284"/>
      </p:ext>
    </p:extLst>
  </p:cSld>
  <p:clrMapOvr>
    <a:masterClrMapping/>
  </p:clrMapOvr>
  <p:hf sldNum="0" hdr="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420254001"/>
      </p:ext>
    </p:extLst>
  </p:cSld>
  <p:clrMapOvr>
    <a:masterClrMapping/>
  </p:clrMapOvr>
  <p:hf sldNum="0" hdr="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image" Target="../media/image1.png"/><Relationship Id="rId3" Type="http://schemas.openxmlformats.org/officeDocument/2006/relationships/slideLayout" Target="../slideLayouts/slideLayout21.xml"/><Relationship Id="rId21" Type="http://schemas.openxmlformats.org/officeDocument/2006/relationships/theme" Target="../theme/theme2.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tags" Target="../tags/tag197.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tags" Target="../tags/tag196.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ags" Target="../tags/tag195.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ags" Target="../tags/tag1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0"/>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1"/>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userDrawn="1">
            <p:custDataLst>
              <p:tags r:id="rId23"/>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userDrawn="1"/>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de-DE"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de-DE"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cSld>
  <p:clrMap bg1="lt1" tx1="dk1" bg2="lt2" tx2="dk2" accent1="accent1" accent2="accent2" accent3="accent3" accent4="accent4" accent5="accent5" accent6="accent6" hlink="hlink" folHlink="folHlink"/>
  <p:sldLayoutIdLst>
    <p:sldLayoutId id="2147483744" r:id="rId1"/>
    <p:sldLayoutId id="2147483755" r:id="rId2"/>
    <p:sldLayoutId id="2147483751" r:id="rId3"/>
    <p:sldLayoutId id="2147483729" r:id="rId4"/>
    <p:sldLayoutId id="2147483730" r:id="rId5"/>
    <p:sldLayoutId id="2147483731" r:id="rId6"/>
    <p:sldLayoutId id="2147483747" r:id="rId7"/>
    <p:sldLayoutId id="2147483756"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54" r:id="rId17"/>
    <p:sldLayoutId id="2147483753" r:id="rId18"/>
  </p:sldLayoutIdLst>
  <p:hf hdr="0" dt="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3"/>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4"/>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r>
              <a:rPr lang="en-US" b="1"/>
              <a:t> </a:t>
            </a:r>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userDrawn="1">
            <p:custDataLst>
              <p:tags r:id="rId25"/>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userDrawn="1"/>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en-US"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en-US"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4132277266"/>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Lst>
  <p:hf sldNum="0" hdr="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409.xml"/><Relationship Id="rId7" Type="http://schemas.openxmlformats.org/officeDocument/2006/relationships/image" Target="../media/image18.png"/><Relationship Id="rId2" Type="http://schemas.openxmlformats.org/officeDocument/2006/relationships/tags" Target="../tags/tag408.xml"/><Relationship Id="rId1" Type="http://schemas.openxmlformats.org/officeDocument/2006/relationships/tags" Target="../tags/tag407.xml"/><Relationship Id="rId6" Type="http://schemas.openxmlformats.org/officeDocument/2006/relationships/slideLayout" Target="../slideLayouts/slideLayout4.xml"/><Relationship Id="rId5" Type="http://schemas.openxmlformats.org/officeDocument/2006/relationships/tags" Target="../tags/tag411.xml"/><Relationship Id="rId4" Type="http://schemas.openxmlformats.org/officeDocument/2006/relationships/tags" Target="../tags/tag410.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1589B28-D26E-44F4-8C62-FEE4AAED4A70}"/>
              </a:ext>
            </a:extLst>
          </p:cNvPr>
          <p:cNvSpPr>
            <a:spLocks noGrp="1"/>
          </p:cNvSpPr>
          <p:nvPr>
            <p:ph type="pic" sz="quarter" idx="15"/>
          </p:nvPr>
        </p:nvSpPr>
        <p:spPr/>
        <p:txBody>
          <a:bodyPr/>
          <a:lstStyle/>
          <a:p>
            <a:endParaRPr lang="en-SG"/>
          </a:p>
        </p:txBody>
      </p:sp>
      <p:sp>
        <p:nvSpPr>
          <p:cNvPr id="8" name="Subtitle 7">
            <a:extLst>
              <a:ext uri="{FF2B5EF4-FFF2-40B4-BE49-F238E27FC236}">
                <a16:creationId xmlns:a16="http://schemas.microsoft.com/office/drawing/2014/main" id="{0FB27639-D1FE-4EB7-81D0-019FC186FBB5}"/>
              </a:ext>
            </a:extLst>
          </p:cNvPr>
          <p:cNvSpPr>
            <a:spLocks noGrp="1"/>
          </p:cNvSpPr>
          <p:nvPr>
            <p:ph type="subTitle" idx="1"/>
          </p:nvPr>
        </p:nvSpPr>
        <p:spPr>
          <a:xfrm>
            <a:off x="634525" y="5301208"/>
            <a:ext cx="8280000" cy="936103"/>
          </a:xfrm>
        </p:spPr>
        <p:txBody>
          <a:bodyPr/>
          <a:lstStyle/>
          <a:p>
            <a:r>
              <a:rPr lang="en-US" b="1"/>
              <a:t>Robert Tan &amp; Dr. Wesley Poh</a:t>
            </a:r>
          </a:p>
          <a:p>
            <a:r>
              <a:rPr lang="en-US"/>
              <a:t>Automotive Division – Global Systems Team</a:t>
            </a:r>
          </a:p>
          <a:p>
            <a:r>
              <a:rPr lang="en-US"/>
              <a:t>Infineon Technologies Asia Pacific Pte Ltd</a:t>
            </a:r>
          </a:p>
        </p:txBody>
      </p:sp>
      <p:sp>
        <p:nvSpPr>
          <p:cNvPr id="7" name="Title 6">
            <a:extLst>
              <a:ext uri="{FF2B5EF4-FFF2-40B4-BE49-F238E27FC236}">
                <a16:creationId xmlns:a16="http://schemas.microsoft.com/office/drawing/2014/main" id="{3FB1C68C-D054-4F8D-AA7A-F778CCFFFD34}"/>
              </a:ext>
            </a:extLst>
          </p:cNvPr>
          <p:cNvSpPr>
            <a:spLocks noGrp="1"/>
          </p:cNvSpPr>
          <p:nvPr>
            <p:ph type="ctrTitle"/>
          </p:nvPr>
        </p:nvSpPr>
        <p:spPr>
          <a:xfrm>
            <a:off x="619608" y="3573016"/>
            <a:ext cx="9652856" cy="1080120"/>
          </a:xfrm>
        </p:spPr>
        <p:txBody>
          <a:bodyPr>
            <a:normAutofit fontScale="90000"/>
          </a:bodyPr>
          <a:lstStyle/>
          <a:p>
            <a:r>
              <a:rPr lang="en-US"/>
              <a:t>Automotive Battery Thermal Runaway Prediction: EIS Project</a:t>
            </a:r>
            <a:endParaRPr lang="en-US" dirty="0"/>
          </a:p>
        </p:txBody>
      </p:sp>
      <p:sp>
        <p:nvSpPr>
          <p:cNvPr id="5" name="Footer Placeholder 4">
            <a:extLst>
              <a:ext uri="{FF2B5EF4-FFF2-40B4-BE49-F238E27FC236}">
                <a16:creationId xmlns:a16="http://schemas.microsoft.com/office/drawing/2014/main" id="{E21AFF28-0883-405B-A8DD-D42393A233A2}"/>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913701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24C0-B5F1-A579-525C-001F96236351}"/>
              </a:ext>
            </a:extLst>
          </p:cNvPr>
          <p:cNvSpPr>
            <a:spLocks noGrp="1"/>
          </p:cNvSpPr>
          <p:nvPr>
            <p:ph type="title"/>
          </p:nvPr>
        </p:nvSpPr>
        <p:spPr>
          <a:xfrm>
            <a:off x="335360" y="188720"/>
            <a:ext cx="9613068" cy="575984"/>
          </a:xfrm>
        </p:spPr>
        <p:txBody>
          <a:bodyPr/>
          <a:lstStyle/>
          <a:p>
            <a:r>
              <a:rPr lang="en-SG"/>
              <a:t>Objectives </a:t>
            </a:r>
            <a:endParaRPr lang="en-SG" dirty="0"/>
          </a:p>
        </p:txBody>
      </p:sp>
      <p:sp>
        <p:nvSpPr>
          <p:cNvPr id="3" name="Footer Placeholder 2">
            <a:extLst>
              <a:ext uri="{FF2B5EF4-FFF2-40B4-BE49-F238E27FC236}">
                <a16:creationId xmlns:a16="http://schemas.microsoft.com/office/drawing/2014/main" id="{31ED47D3-5B25-0254-13F2-6D5704D3FD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FD1517B-45A2-1020-1851-448026A8F1E7}"/>
              </a:ext>
            </a:extLst>
          </p:cNvPr>
          <p:cNvSpPr>
            <a:spLocks noGrp="1"/>
          </p:cNvSpPr>
          <p:nvPr>
            <p:ph type="sldNum" sz="quarter" idx="12"/>
          </p:nvPr>
        </p:nvSpPr>
        <p:spPr/>
        <p:txBody>
          <a:bodyPr/>
          <a:lstStyle/>
          <a:p>
            <a:r>
              <a:rPr lang="en-US"/>
              <a:t> </a:t>
            </a:r>
            <a:endParaRPr lang="en-US" dirty="0"/>
          </a:p>
        </p:txBody>
      </p:sp>
      <p:sp>
        <p:nvSpPr>
          <p:cNvPr id="5" name="Content Placeholder 3">
            <a:extLst>
              <a:ext uri="{FF2B5EF4-FFF2-40B4-BE49-F238E27FC236}">
                <a16:creationId xmlns:a16="http://schemas.microsoft.com/office/drawing/2014/main" id="{45B7B6A2-9572-6FC9-045F-788562FA9DA4}"/>
              </a:ext>
            </a:extLst>
          </p:cNvPr>
          <p:cNvSpPr txBox="1">
            <a:spLocks/>
          </p:cNvSpPr>
          <p:nvPr/>
        </p:nvSpPr>
        <p:spPr>
          <a:xfrm>
            <a:off x="336000" y="980728"/>
            <a:ext cx="11520000" cy="5328592"/>
          </a:xfrm>
          <a:prstGeom prst="rect">
            <a:avLst/>
          </a:prstGeom>
        </p:spPr>
        <p:txBody>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indent="0" algn="just">
              <a:buClr>
                <a:schemeClr val="accent1"/>
              </a:buClr>
              <a:buNone/>
            </a:pPr>
            <a:r>
              <a:rPr lang="en-US" sz="1600" kern="0">
                <a:solidFill>
                  <a:srgbClr val="000000"/>
                </a:solidFill>
              </a:rPr>
              <a:t>The </a:t>
            </a:r>
            <a:r>
              <a:rPr lang="en-US" sz="1600" u="sng" kern="0">
                <a:solidFill>
                  <a:srgbClr val="000000"/>
                </a:solidFill>
              </a:rPr>
              <a:t>primary objective</a:t>
            </a:r>
            <a:r>
              <a:rPr lang="en-US" sz="1600" kern="0">
                <a:solidFill>
                  <a:srgbClr val="000000"/>
                </a:solidFill>
              </a:rPr>
              <a:t> is to conduct rigorous testing to gather </a:t>
            </a:r>
            <a:r>
              <a:rPr lang="en-US" sz="1600" b="1" kern="0">
                <a:solidFill>
                  <a:srgbClr val="000000"/>
                </a:solidFill>
              </a:rPr>
              <a:t>datasets</a:t>
            </a:r>
            <a:r>
              <a:rPr lang="en-US" sz="1600" kern="0">
                <a:solidFill>
                  <a:srgbClr val="000000"/>
                </a:solidFill>
              </a:rPr>
              <a:t> for developing a </a:t>
            </a:r>
            <a:r>
              <a:rPr lang="en-US" sz="1600" b="1" kern="0">
                <a:solidFill>
                  <a:srgbClr val="000000"/>
                </a:solidFill>
              </a:rPr>
              <a:t>predictive model </a:t>
            </a:r>
            <a:r>
              <a:rPr lang="en-US" sz="1600" kern="0">
                <a:solidFill>
                  <a:srgbClr val="000000"/>
                </a:solidFill>
              </a:rPr>
              <a:t>capable of identifying early warning signs (precursors) of </a:t>
            </a:r>
            <a:r>
              <a:rPr lang="en-US" sz="1600" b="1" kern="0">
                <a:solidFill>
                  <a:srgbClr val="000000"/>
                </a:solidFill>
              </a:rPr>
              <a:t>thermal runaway in lithium-ion cells </a:t>
            </a:r>
            <a:r>
              <a:rPr lang="en-US" sz="1600" kern="0">
                <a:solidFill>
                  <a:srgbClr val="000000"/>
                </a:solidFill>
              </a:rPr>
              <a:t>before catastrophic failure occurs. The project will utilise controlled battery cycling to induce degradation and capture high-resolution electrochemical data for analysis, as elaborated below.</a:t>
            </a:r>
          </a:p>
          <a:p>
            <a:pPr marL="0" indent="0" algn="just">
              <a:buClr>
                <a:schemeClr val="accent1"/>
              </a:buClr>
              <a:buNone/>
            </a:pPr>
            <a:endParaRPr lang="en-US" sz="1200" kern="0">
              <a:solidFill>
                <a:srgbClr val="000000"/>
              </a:solidFill>
            </a:endParaRPr>
          </a:p>
          <a:p>
            <a:pPr marL="0" indent="0" algn="just">
              <a:buClr>
                <a:schemeClr val="accent1"/>
              </a:buClr>
              <a:buNone/>
            </a:pPr>
            <a:r>
              <a:rPr lang="en-US" sz="1400" b="1" kern="0">
                <a:solidFill>
                  <a:srgbClr val="000000"/>
                </a:solidFill>
              </a:rPr>
              <a:t>i) Experimental Set-Up and Safety</a:t>
            </a:r>
          </a:p>
          <a:p>
            <a:pPr algn="just">
              <a:buClr>
                <a:schemeClr val="accent1"/>
              </a:buClr>
              <a:buFont typeface="Arial" panose="020B0604020202020204" pitchFamily="34" charset="0"/>
              <a:buChar char="•"/>
            </a:pPr>
            <a:r>
              <a:rPr lang="en-US" sz="1400" kern="0">
                <a:solidFill>
                  <a:schemeClr val="tx2"/>
                </a:solidFill>
              </a:rPr>
              <a:t>- Test Bench Construction: </a:t>
            </a:r>
            <a:r>
              <a:rPr lang="en-US" sz="1400" kern="0">
                <a:solidFill>
                  <a:srgbClr val="000000"/>
                </a:solidFill>
              </a:rPr>
              <a:t>Set-up of battery cyclers (Chroma &amp; NGI) and environmental chambers.</a:t>
            </a:r>
          </a:p>
          <a:p>
            <a:pPr algn="just">
              <a:buClr>
                <a:schemeClr val="accent1"/>
              </a:buClr>
              <a:buFont typeface="Arial" panose="020B0604020202020204" pitchFamily="34" charset="0"/>
              <a:buChar char="•"/>
            </a:pPr>
            <a:r>
              <a:rPr lang="en-US" sz="1400" kern="0">
                <a:solidFill>
                  <a:schemeClr val="tx2"/>
                </a:solidFill>
              </a:rPr>
              <a:t>- Sensor Integration: </a:t>
            </a:r>
            <a:r>
              <a:rPr lang="en-US" sz="1400" kern="0">
                <a:solidFill>
                  <a:srgbClr val="000000"/>
                </a:solidFill>
              </a:rPr>
              <a:t>Installation of thermocouples, voltage sensors, and strain gauges (if monitoring swelling) on target cells.</a:t>
            </a:r>
          </a:p>
          <a:p>
            <a:pPr algn="just">
              <a:buClr>
                <a:schemeClr val="accent1"/>
              </a:buClr>
              <a:buFont typeface="Arial" panose="020B0604020202020204" pitchFamily="34" charset="0"/>
              <a:buChar char="•"/>
            </a:pPr>
            <a:r>
              <a:rPr lang="en-US" sz="1400" kern="0">
                <a:solidFill>
                  <a:schemeClr val="tx2"/>
                </a:solidFill>
              </a:rPr>
              <a:t>- Safety Protocols: </a:t>
            </a:r>
            <a:r>
              <a:rPr lang="en-US" sz="1400" kern="0">
                <a:solidFill>
                  <a:srgbClr val="000000"/>
                </a:solidFill>
              </a:rPr>
              <a:t>Implementation of containment vessels and fire suppression systems to manage intentional or accidental thermal events during testing.</a:t>
            </a:r>
          </a:p>
          <a:p>
            <a:pPr marL="0" indent="0" algn="just">
              <a:buClr>
                <a:schemeClr val="accent1"/>
              </a:buClr>
              <a:buNone/>
            </a:pPr>
            <a:endParaRPr lang="en-US" sz="800" kern="0">
              <a:solidFill>
                <a:srgbClr val="000000"/>
              </a:solidFill>
            </a:endParaRPr>
          </a:p>
          <a:p>
            <a:pPr marL="0" indent="0" algn="just">
              <a:buClr>
                <a:schemeClr val="accent1"/>
              </a:buClr>
              <a:buNone/>
            </a:pPr>
            <a:r>
              <a:rPr lang="en-US" sz="1400" b="1" kern="0">
                <a:solidFill>
                  <a:srgbClr val="000000"/>
                </a:solidFill>
              </a:rPr>
              <a:t>ii) Data Generation (Cycling Regimes)</a:t>
            </a:r>
          </a:p>
          <a:p>
            <a:pPr algn="just">
              <a:buClr>
                <a:schemeClr val="accent1"/>
              </a:buClr>
              <a:buFont typeface="Arial" panose="020B0604020202020204" pitchFamily="34" charset="0"/>
              <a:buChar char="•"/>
            </a:pPr>
            <a:r>
              <a:rPr lang="en-US" sz="1400" kern="0">
                <a:solidFill>
                  <a:schemeClr val="tx2"/>
                </a:solidFill>
              </a:rPr>
              <a:t>- Baseline Characterisation: </a:t>
            </a:r>
            <a:r>
              <a:rPr lang="en-US" sz="1400" kern="0">
                <a:solidFill>
                  <a:srgbClr val="000000"/>
                </a:solidFill>
              </a:rPr>
              <a:t>Perform initial capacity and impedance checks on fresh cells.</a:t>
            </a:r>
          </a:p>
          <a:p>
            <a:pPr algn="just">
              <a:buClr>
                <a:schemeClr val="accent1"/>
              </a:buClr>
              <a:buFont typeface="Arial" panose="020B0604020202020204" pitchFamily="34" charset="0"/>
              <a:buChar char="•"/>
            </a:pPr>
            <a:r>
              <a:rPr lang="en-US" sz="1400" kern="0">
                <a:solidFill>
                  <a:schemeClr val="tx2"/>
                </a:solidFill>
              </a:rPr>
              <a:t>- Accelerated Aging: </a:t>
            </a:r>
            <a:r>
              <a:rPr lang="en-US" sz="1400" kern="0">
                <a:solidFill>
                  <a:srgbClr val="000000"/>
                </a:solidFill>
              </a:rPr>
              <a:t>Subject cells to high C-rate cycling and elevated temperatures to accelerate degradation.</a:t>
            </a:r>
          </a:p>
          <a:p>
            <a:pPr algn="just">
              <a:buClr>
                <a:schemeClr val="accent1"/>
              </a:buClr>
              <a:buFont typeface="Arial" panose="020B0604020202020204" pitchFamily="34" charset="0"/>
              <a:buChar char="•"/>
            </a:pPr>
            <a:r>
              <a:rPr lang="en-US" sz="1400" kern="0">
                <a:solidFill>
                  <a:schemeClr val="tx2"/>
                </a:solidFill>
              </a:rPr>
              <a:t>- Abuse/Trigger Testing*: </a:t>
            </a:r>
            <a:r>
              <a:rPr lang="en-US" sz="1400" kern="0">
                <a:solidFill>
                  <a:srgbClr val="000000"/>
                </a:solidFill>
              </a:rPr>
              <a:t>Apply controlled overcharge or overheating protocols to push cells toward the “onset” of thermal runaway, capturing near-failure data. </a:t>
            </a:r>
            <a:r>
              <a:rPr lang="en-US" sz="1400" kern="0">
                <a:solidFill>
                  <a:schemeClr val="tx2"/>
                </a:solidFill>
              </a:rPr>
              <a:t>*</a:t>
            </a:r>
            <a:r>
              <a:rPr lang="en-US" sz="1400" kern="0">
                <a:solidFill>
                  <a:srgbClr val="000000"/>
                </a:solidFill>
              </a:rPr>
              <a:t>Constraint: Testing will cease immediately upon detection of thermal runaway initiation (venting or rapid temperature rise) to preserve data integrity.</a:t>
            </a:r>
          </a:p>
          <a:p>
            <a:pPr marL="0" indent="0" algn="just">
              <a:buClr>
                <a:schemeClr val="accent1"/>
              </a:buClr>
              <a:buNone/>
            </a:pPr>
            <a:endParaRPr lang="en-US" sz="800" kern="0">
              <a:solidFill>
                <a:srgbClr val="000000"/>
              </a:solidFill>
            </a:endParaRPr>
          </a:p>
          <a:p>
            <a:pPr marL="0" indent="0" algn="just">
              <a:buClr>
                <a:schemeClr val="accent1"/>
              </a:buClr>
              <a:buNone/>
            </a:pPr>
            <a:r>
              <a:rPr lang="en-US" sz="1400" b="1" kern="0">
                <a:solidFill>
                  <a:srgbClr val="000000"/>
                </a:solidFill>
              </a:rPr>
              <a:t>iii) Data Analysis and Modelling</a:t>
            </a:r>
          </a:p>
          <a:p>
            <a:pPr algn="just">
              <a:buClr>
                <a:schemeClr val="accent1"/>
              </a:buClr>
              <a:buFont typeface="Arial" panose="020B0604020202020204" pitchFamily="34" charset="0"/>
              <a:buChar char="•"/>
            </a:pPr>
            <a:r>
              <a:rPr lang="en-US" sz="1400" kern="0">
                <a:solidFill>
                  <a:srgbClr val="000000"/>
                </a:solidFill>
              </a:rPr>
              <a:t>- Extract key features from raw battery data, such as coulombic efficiency trends, differential voltage analysis, and temperature rate of change. These will be used to develop machine learning learning models for predicting thermal runaway precursors.</a:t>
            </a:r>
          </a:p>
        </p:txBody>
      </p:sp>
    </p:spTree>
    <p:extLst>
      <p:ext uri="{BB962C8B-B14F-4D97-AF65-F5344CB8AC3E}">
        <p14:creationId xmlns:p14="http://schemas.microsoft.com/office/powerpoint/2010/main" val="195510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1">
            <a:extLst>
              <a:ext uri="{FF2B5EF4-FFF2-40B4-BE49-F238E27FC236}">
                <a16:creationId xmlns:a16="http://schemas.microsoft.com/office/drawing/2014/main" id="{6316036F-775D-4BC0-9E8C-36987EAD4BBF}"/>
              </a:ext>
            </a:extLst>
          </p:cNvPr>
          <p:cNvSpPr>
            <a:spLocks noChangeArrowheads="1"/>
          </p:cNvSpPr>
          <p:nvPr/>
        </p:nvSpPr>
        <p:spPr bwMode="auto">
          <a:xfrm rot="-5400000">
            <a:off x="6450013" y="2620962"/>
            <a:ext cx="1773238" cy="360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r">
              <a:lnSpc>
                <a:spcPct val="120000"/>
              </a:lnSpc>
            </a:pPr>
            <a:r>
              <a:rPr lang="en-US" altLang="de-DE" sz="1200">
                <a:solidFill>
                  <a:srgbClr val="FFFFFF"/>
                </a:solidFill>
              </a:rPr>
              <a:t>higher Hz range</a:t>
            </a:r>
          </a:p>
        </p:txBody>
      </p:sp>
      <p:sp>
        <p:nvSpPr>
          <p:cNvPr id="20" name="Rectangle 19">
            <a:extLst>
              <a:ext uri="{FF2B5EF4-FFF2-40B4-BE49-F238E27FC236}">
                <a16:creationId xmlns:a16="http://schemas.microsoft.com/office/drawing/2014/main" id="{CCA79D53-5221-45A2-AE9C-5DFF57359B0B}"/>
              </a:ext>
            </a:extLst>
          </p:cNvPr>
          <p:cNvSpPr/>
          <p:nvPr/>
        </p:nvSpPr>
        <p:spPr bwMode="auto">
          <a:xfrm rot="16200000">
            <a:off x="7170738" y="2620962"/>
            <a:ext cx="1773238" cy="360363"/>
          </a:xfrm>
          <a:prstGeom prst="rect">
            <a:avLst/>
          </a:prstGeom>
          <a:solidFill>
            <a:schemeClr val="bg1"/>
          </a:solidFill>
          <a:ln w="9525">
            <a:noFill/>
            <a:miter lim="800000"/>
            <a:headEnd/>
            <a:tailEnd/>
          </a:ln>
        </p:spPr>
        <p:txBody>
          <a:bodyPr lIns="72000" tIns="72000" rIns="72000" bIns="72000" anchor="ctr"/>
          <a:lstStyle/>
          <a:p>
            <a:pPr algn="r" defTabSz="576000" fontAlgn="auto">
              <a:lnSpc>
                <a:spcPct val="120000"/>
              </a:lnSpc>
              <a:spcBef>
                <a:spcPts val="0"/>
              </a:spcBef>
              <a:spcAft>
                <a:spcPts val="0"/>
              </a:spcAft>
              <a:defRPr/>
            </a:pPr>
            <a:r>
              <a:rPr lang="en-US" sz="1200" kern="0" dirty="0">
                <a:solidFill>
                  <a:srgbClr val="FFFFFF"/>
                </a:solidFill>
                <a:latin typeface="Arial"/>
                <a:ea typeface="+mn-ea"/>
                <a:cs typeface="Arial"/>
              </a:rPr>
              <a:t>Lower Hz range</a:t>
            </a:r>
          </a:p>
        </p:txBody>
      </p:sp>
      <p:sp>
        <p:nvSpPr>
          <p:cNvPr id="39940" name="Rectangle 20">
            <a:extLst>
              <a:ext uri="{FF2B5EF4-FFF2-40B4-BE49-F238E27FC236}">
                <a16:creationId xmlns:a16="http://schemas.microsoft.com/office/drawing/2014/main" id="{E18EE60E-D0CD-41A6-8AAA-F964FF51A215}"/>
              </a:ext>
            </a:extLst>
          </p:cNvPr>
          <p:cNvSpPr>
            <a:spLocks noChangeArrowheads="1"/>
          </p:cNvSpPr>
          <p:nvPr/>
        </p:nvSpPr>
        <p:spPr bwMode="auto">
          <a:xfrm rot="-5400000">
            <a:off x="6810375" y="2620963"/>
            <a:ext cx="1773238" cy="3603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r">
              <a:lnSpc>
                <a:spcPct val="120000"/>
              </a:lnSpc>
            </a:pPr>
            <a:r>
              <a:rPr lang="en-US" altLang="de-DE" sz="1200">
                <a:solidFill>
                  <a:srgbClr val="FFFFFF"/>
                </a:solidFill>
              </a:rPr>
              <a:t>mid Hz range</a:t>
            </a:r>
          </a:p>
        </p:txBody>
      </p:sp>
      <p:sp>
        <p:nvSpPr>
          <p:cNvPr id="39941" name="Title 1">
            <a:extLst>
              <a:ext uri="{FF2B5EF4-FFF2-40B4-BE49-F238E27FC236}">
                <a16:creationId xmlns:a16="http://schemas.microsoft.com/office/drawing/2014/main" id="{CA05E5C3-BE0B-4B1B-8B92-52F1F18F0028}"/>
              </a:ext>
            </a:extLst>
          </p:cNvPr>
          <p:cNvSpPr>
            <a:spLocks noGrp="1" noChangeArrowheads="1"/>
          </p:cNvSpPr>
          <p:nvPr>
            <p:ph type="title"/>
          </p:nvPr>
        </p:nvSpPr>
        <p:spPr/>
        <p:txBody>
          <a:bodyPr/>
          <a:lstStyle/>
          <a:p>
            <a:r>
              <a:rPr lang="en-US" altLang="de-DE"/>
              <a:t>Nyquist plot from EIS (electrochemical impedance spectroscopy)</a:t>
            </a:r>
            <a:endParaRPr lang="en-US" altLang="de-DE" dirty="0"/>
          </a:p>
        </p:txBody>
      </p:sp>
      <p:grpSp>
        <p:nvGrpSpPr>
          <p:cNvPr id="39942" name="Group 4">
            <a:extLst>
              <a:ext uri="{FF2B5EF4-FFF2-40B4-BE49-F238E27FC236}">
                <a16:creationId xmlns:a16="http://schemas.microsoft.com/office/drawing/2014/main" id="{8715E26F-79FF-4A83-A912-716EB5FC78E9}"/>
              </a:ext>
            </a:extLst>
          </p:cNvPr>
          <p:cNvGrpSpPr>
            <a:grpSpLocks/>
          </p:cNvGrpSpPr>
          <p:nvPr/>
        </p:nvGrpSpPr>
        <p:grpSpPr bwMode="auto">
          <a:xfrm>
            <a:off x="304800" y="1447800"/>
            <a:ext cx="5561013" cy="315913"/>
            <a:chOff x="9493" y="1260576"/>
            <a:chExt cx="7507424" cy="315161"/>
          </a:xfrm>
        </p:grpSpPr>
        <p:sp>
          <p:nvSpPr>
            <p:cNvPr id="39967" name="Rounded Rectangle 18">
              <a:extLst>
                <a:ext uri="{FF2B5EF4-FFF2-40B4-BE49-F238E27FC236}">
                  <a16:creationId xmlns:a16="http://schemas.microsoft.com/office/drawing/2014/main" id="{0C2373A4-DA27-4BCF-BB82-5F18E6DEE802}"/>
                </a:ext>
              </a:extLst>
            </p:cNvPr>
            <p:cNvSpPr>
              <a:spLocks noChangeArrowheads="1"/>
            </p:cNvSpPr>
            <p:nvPr/>
          </p:nvSpPr>
          <p:spPr bwMode="auto">
            <a:xfrm>
              <a:off x="9493" y="1260576"/>
              <a:ext cx="7507424" cy="315161"/>
            </a:xfrm>
            <a:prstGeom prst="roundRect">
              <a:avLst>
                <a:gd name="adj" fmla="val 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1400">
                  <a:solidFill>
                    <a:schemeClr val="tx1"/>
                  </a:solidFill>
                  <a:latin typeface="Arial" panose="020B0604020202020204" pitchFamily="34" charset="0"/>
                  <a:ea typeface="Arial Unicode MS"/>
                  <a:cs typeface="Arial Unicode MS"/>
                </a:defRPr>
              </a:lvl1pPr>
              <a:lvl2pPr marL="742950" indent="-285750">
                <a:defRPr sz="1400">
                  <a:solidFill>
                    <a:schemeClr val="tx1"/>
                  </a:solidFill>
                  <a:latin typeface="Arial" panose="020B0604020202020204" pitchFamily="34" charset="0"/>
                  <a:ea typeface="Arial Unicode MS"/>
                  <a:cs typeface="Arial Unicode MS"/>
                </a:defRPr>
              </a:lvl2pPr>
              <a:lvl3pPr marL="1143000" indent="-228600">
                <a:defRPr sz="1400">
                  <a:solidFill>
                    <a:schemeClr val="tx1"/>
                  </a:solidFill>
                  <a:latin typeface="Arial" panose="020B0604020202020204" pitchFamily="34" charset="0"/>
                  <a:ea typeface="Arial Unicode MS"/>
                  <a:cs typeface="Arial Unicode MS"/>
                </a:defRPr>
              </a:lvl3pPr>
              <a:lvl4pPr marL="1600200" indent="-228600">
                <a:defRPr sz="1400">
                  <a:solidFill>
                    <a:schemeClr val="tx1"/>
                  </a:solidFill>
                  <a:latin typeface="Arial" panose="020B0604020202020204" pitchFamily="34" charset="0"/>
                  <a:ea typeface="Arial Unicode MS"/>
                  <a:cs typeface="Arial Unicode MS"/>
                </a:defRPr>
              </a:lvl4pPr>
              <a:lvl5pPr marL="2057400" indent="-228600">
                <a:defRPr sz="1400">
                  <a:solidFill>
                    <a:schemeClr val="tx1"/>
                  </a:solidFill>
                  <a:latin typeface="Arial" panose="020B0604020202020204" pitchFamily="34" charset="0"/>
                  <a:ea typeface="Arial Unicode MS"/>
                  <a:cs typeface="Arial Unicode MS"/>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r>
                <a:rPr lang="en-US" altLang="de-DE" b="1">
                  <a:solidFill>
                    <a:srgbClr val="1D1D1D"/>
                  </a:solidFill>
                </a:rPr>
                <a:t>Impedance spectrum of a Li-Ion battery vs frequency coverage </a:t>
              </a:r>
            </a:p>
          </p:txBody>
        </p:sp>
        <p:cxnSp>
          <p:nvCxnSpPr>
            <p:cNvPr id="7" name="Straight Connector 6">
              <a:extLst>
                <a:ext uri="{FF2B5EF4-FFF2-40B4-BE49-F238E27FC236}">
                  <a16:creationId xmlns:a16="http://schemas.microsoft.com/office/drawing/2014/main" id="{3411CF89-D3F2-4407-BC9B-D865D602AD94}"/>
                </a:ext>
              </a:extLst>
            </p:cNvPr>
            <p:cNvCxnSpPr>
              <a:cxnSpLocks/>
            </p:cNvCxnSpPr>
            <p:nvPr/>
          </p:nvCxnSpPr>
          <p:spPr>
            <a:xfrm>
              <a:off x="153084" y="1556732"/>
              <a:ext cx="7200954" cy="0"/>
            </a:xfrm>
            <a:prstGeom prst="line">
              <a:avLst/>
            </a:prstGeom>
            <a:ln w="28575" cap="flat" cmpd="sng" algn="ctr">
              <a:solidFill>
                <a:schemeClr val="dk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5C30A3F7-BFA3-4B2E-B89D-17B463C6ACFC}"/>
              </a:ext>
            </a:extLst>
          </p:cNvPr>
          <p:cNvSpPr/>
          <p:nvPr/>
        </p:nvSpPr>
        <p:spPr bwMode="auto">
          <a:xfrm>
            <a:off x="1878013" y="1897063"/>
            <a:ext cx="3132137" cy="1773237"/>
          </a:xfrm>
          <a:prstGeom prst="rect">
            <a:avLst/>
          </a:prstGeom>
          <a:solidFill>
            <a:srgbClr val="0A8276">
              <a:alpha val="40000"/>
            </a:srgbClr>
          </a:solidFill>
          <a:ln w="9525">
            <a:noFill/>
            <a:miter lim="800000"/>
            <a:headEnd/>
            <a:tailEnd/>
          </a:ln>
        </p:spPr>
        <p:txBody>
          <a:bodyPr lIns="72000" tIns="72000" rIns="72000" bIns="72000"/>
          <a:lstStyle/>
          <a:p>
            <a:pPr algn="r" defTabSz="576000" fontAlgn="auto">
              <a:lnSpc>
                <a:spcPct val="120000"/>
              </a:lnSpc>
              <a:spcBef>
                <a:spcPts val="0"/>
              </a:spcBef>
              <a:spcAft>
                <a:spcPts val="0"/>
              </a:spcAft>
              <a:defRPr/>
            </a:pPr>
            <a:r>
              <a:rPr lang="en-US" kern="0" dirty="0" err="1">
                <a:solidFill>
                  <a:srgbClr val="FFFFFF"/>
                </a:solidFill>
                <a:latin typeface="Arial"/>
                <a:ea typeface="+mn-ea"/>
                <a:cs typeface="Arial"/>
              </a:rPr>
              <a:t>mHz</a:t>
            </a:r>
            <a:r>
              <a:rPr lang="en-US" kern="0" dirty="0">
                <a:solidFill>
                  <a:srgbClr val="FFFFFF"/>
                </a:solidFill>
                <a:latin typeface="Arial"/>
                <a:ea typeface="+mn-ea"/>
                <a:cs typeface="Arial"/>
              </a:rPr>
              <a:t> range</a:t>
            </a:r>
          </a:p>
          <a:p>
            <a:pPr algn="r" defTabSz="576000" fontAlgn="auto">
              <a:lnSpc>
                <a:spcPct val="120000"/>
              </a:lnSpc>
              <a:spcBef>
                <a:spcPts val="0"/>
              </a:spcBef>
              <a:spcAft>
                <a:spcPts val="0"/>
              </a:spcAft>
              <a:defRPr/>
            </a:pPr>
            <a:r>
              <a:rPr lang="en-US" kern="0" dirty="0">
                <a:solidFill>
                  <a:srgbClr val="FFFFFF"/>
                </a:solidFill>
                <a:latin typeface="Arial"/>
                <a:ea typeface="+mn-ea"/>
                <a:cs typeface="Arial"/>
              </a:rPr>
              <a:t>Relevant for </a:t>
            </a:r>
            <a:r>
              <a:rPr lang="en-US" kern="0" dirty="0" err="1">
                <a:solidFill>
                  <a:srgbClr val="FFFFFF"/>
                </a:solidFill>
                <a:latin typeface="Arial"/>
                <a:ea typeface="+mn-ea"/>
                <a:cs typeface="Arial"/>
              </a:rPr>
              <a:t>SoX</a:t>
            </a:r>
            <a:r>
              <a:rPr lang="en-US" kern="0" dirty="0">
                <a:solidFill>
                  <a:srgbClr val="FFFFFF"/>
                </a:solidFill>
                <a:latin typeface="Arial"/>
                <a:ea typeface="+mn-ea"/>
                <a:cs typeface="Arial"/>
              </a:rPr>
              <a:t>*</a:t>
            </a:r>
          </a:p>
        </p:txBody>
      </p:sp>
      <p:sp>
        <p:nvSpPr>
          <p:cNvPr id="39944" name="Freeform 16">
            <a:extLst>
              <a:ext uri="{FF2B5EF4-FFF2-40B4-BE49-F238E27FC236}">
                <a16:creationId xmlns:a16="http://schemas.microsoft.com/office/drawing/2014/main" id="{88613FCC-3585-46E5-8942-FAC1889521F2}"/>
              </a:ext>
            </a:extLst>
          </p:cNvPr>
          <p:cNvSpPr>
            <a:spLocks/>
          </p:cNvSpPr>
          <p:nvPr/>
        </p:nvSpPr>
        <p:spPr bwMode="auto">
          <a:xfrm>
            <a:off x="714375" y="4602163"/>
            <a:ext cx="4572000" cy="1036637"/>
          </a:xfrm>
          <a:custGeom>
            <a:avLst/>
            <a:gdLst>
              <a:gd name="T0" fmla="*/ 0 w 5509494"/>
              <a:gd name="T1" fmla="*/ 0 h 1780675"/>
              <a:gd name="T2" fmla="*/ 4572560 w 5509494"/>
              <a:gd name="T3" fmla="*/ 0 h 1780675"/>
              <a:gd name="T4" fmla="*/ 4572560 w 5509494"/>
              <a:gd name="T5" fmla="*/ 1036464 h 1780675"/>
              <a:gd name="T6" fmla="*/ 0 w 5509494"/>
              <a:gd name="T7" fmla="*/ 1036464 h 1780675"/>
              <a:gd name="T8" fmla="*/ 0 60000 65536"/>
              <a:gd name="T9" fmla="*/ 0 60000 65536"/>
              <a:gd name="T10" fmla="*/ 0 60000 65536"/>
              <a:gd name="T11" fmla="*/ 0 60000 65536"/>
              <a:gd name="T12" fmla="*/ 0 w 5509494"/>
              <a:gd name="T13" fmla="*/ 0 h 1780675"/>
              <a:gd name="T14" fmla="*/ 5509494 w 5509494"/>
              <a:gd name="T15" fmla="*/ 1780675 h 1780675"/>
            </a:gdLst>
            <a:ahLst/>
            <a:cxnLst>
              <a:cxn ang="T8">
                <a:pos x="T0" y="T1"/>
              </a:cxn>
              <a:cxn ang="T9">
                <a:pos x="T2" y="T3"/>
              </a:cxn>
              <a:cxn ang="T10">
                <a:pos x="T4" y="T5"/>
              </a:cxn>
              <a:cxn ang="T11">
                <a:pos x="T6" y="T7"/>
              </a:cxn>
            </a:cxnLst>
            <a:rect l="T12" t="T13" r="T14" b="T15"/>
            <a:pathLst>
              <a:path w="5509494" h="1780675">
                <a:moveTo>
                  <a:pt x="0" y="0"/>
                </a:moveTo>
                <a:lnTo>
                  <a:pt x="5509494" y="0"/>
                </a:lnTo>
                <a:lnTo>
                  <a:pt x="5509494" y="1780675"/>
                </a:lnTo>
                <a:lnTo>
                  <a:pt x="0" y="1780675"/>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lnSpc>
                <a:spcPct val="120000"/>
              </a:lnSpc>
              <a:buClr>
                <a:schemeClr val="tx2"/>
              </a:buClr>
              <a:buSzPct val="100000"/>
              <a:buFont typeface="Arial" panose="020B0604020202020204" pitchFamily="34" charset="0"/>
              <a:buChar char="‒"/>
              <a:defRPr>
                <a:solidFill>
                  <a:schemeClr val="tx1"/>
                </a:solidFill>
                <a:latin typeface="Arial" panose="020B0604020202020204" pitchFamily="34" charset="0"/>
                <a:ea typeface="Arial Unicode MS"/>
                <a:cs typeface="Arial" panose="020B0604020202020204" pitchFamily="34" charset="0"/>
              </a:defRPr>
            </a:lvl1pPr>
            <a:lvl2pPr marL="893763" indent="-285750">
              <a:lnSpc>
                <a:spcPct val="120000"/>
              </a:lnSpc>
              <a:buClr>
                <a:schemeClr val="tx2"/>
              </a:buClr>
              <a:buSzPct val="100000"/>
              <a:buFont typeface="Arial" panose="020B0604020202020204" pitchFamily="34" charset="0"/>
              <a:buChar char="‒"/>
              <a:defRPr sz="1600">
                <a:solidFill>
                  <a:schemeClr val="tx1"/>
                </a:solidFill>
                <a:latin typeface="Arial" panose="020B0604020202020204" pitchFamily="34" charset="0"/>
                <a:ea typeface="Arial Unicode MS"/>
                <a:cs typeface="Arial" panose="020B0604020202020204" pitchFamily="34" charset="0"/>
              </a:defRPr>
            </a:lvl2pPr>
            <a:lvl3pPr marL="755650" indent="-250825">
              <a:lnSpc>
                <a:spcPct val="120000"/>
              </a:lnSpc>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3pPr>
            <a:lvl4pPr marL="1006475" indent="-250825">
              <a:lnSpc>
                <a:spcPct val="120000"/>
              </a:lnSpc>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4pPr>
            <a:lvl5pPr marL="1258888" indent="-250825">
              <a:lnSpc>
                <a:spcPct val="120000"/>
              </a:lnSpc>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5pPr>
            <a:lvl6pPr marL="17160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6pPr>
            <a:lvl7pPr marL="21732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7pPr>
            <a:lvl8pPr marL="26304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8pPr>
            <a:lvl9pPr marL="30876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9pPr>
          </a:lstStyle>
          <a:p>
            <a:pPr eaLnBrk="1" hangingPunct="1">
              <a:lnSpc>
                <a:spcPct val="100000"/>
              </a:lnSpc>
            </a:pPr>
            <a:r>
              <a:rPr lang="en-US" altLang="de-DE">
                <a:solidFill>
                  <a:srgbClr val="000000"/>
                </a:solidFill>
                <a:ea typeface="Helvetica Neue"/>
                <a:cs typeface="Helvetica Neue"/>
              </a:rPr>
              <a:t>mHz till Low Hz range</a:t>
            </a:r>
          </a:p>
          <a:p>
            <a:pPr lvl="1" eaLnBrk="1" hangingPunct="1">
              <a:lnSpc>
                <a:spcPct val="100000"/>
              </a:lnSpc>
            </a:pPr>
            <a:r>
              <a:rPr lang="en-US" altLang="de-DE" sz="1400" b="1">
                <a:solidFill>
                  <a:srgbClr val="000000"/>
                </a:solidFill>
                <a:ea typeface="Helvetica Neue"/>
                <a:cs typeface="Helvetica Neue"/>
                <a:sym typeface="Wingdings" panose="05000000000000000000" pitchFamily="2" charset="2"/>
              </a:rPr>
              <a:t>Gen1 EIS TLE9012DQU</a:t>
            </a:r>
            <a:endParaRPr lang="en-US" altLang="de-DE" sz="1400" b="1">
              <a:solidFill>
                <a:srgbClr val="000000"/>
              </a:solidFill>
              <a:ea typeface="Helvetica Neue"/>
              <a:cs typeface="Helvetica Neue"/>
            </a:endParaRPr>
          </a:p>
          <a:p>
            <a:pPr eaLnBrk="1" hangingPunct="1">
              <a:lnSpc>
                <a:spcPct val="100000"/>
              </a:lnSpc>
            </a:pPr>
            <a:r>
              <a:rPr lang="en-US" altLang="de-DE">
                <a:solidFill>
                  <a:srgbClr val="000000"/>
                </a:solidFill>
                <a:ea typeface="Helvetica Neue"/>
                <a:cs typeface="Helvetica Neue"/>
              </a:rPr>
              <a:t>mHz till Mid Hz range </a:t>
            </a:r>
            <a:endParaRPr lang="en-US" altLang="de-DE">
              <a:solidFill>
                <a:srgbClr val="000000"/>
              </a:solidFill>
              <a:ea typeface="Helvetica Neue"/>
              <a:cs typeface="Helvetica Neue"/>
              <a:sym typeface="Wingdings" panose="05000000000000000000" pitchFamily="2" charset="2"/>
            </a:endParaRPr>
          </a:p>
          <a:p>
            <a:pPr lvl="1" eaLnBrk="1" hangingPunct="1">
              <a:lnSpc>
                <a:spcPct val="100000"/>
              </a:lnSpc>
            </a:pPr>
            <a:r>
              <a:rPr lang="en-US" altLang="de-DE" sz="1400" b="1">
                <a:solidFill>
                  <a:srgbClr val="000000"/>
                </a:solidFill>
                <a:ea typeface="Helvetica Neue"/>
                <a:cs typeface="Helvetica Neue"/>
                <a:sym typeface="Wingdings" panose="05000000000000000000" pitchFamily="2" charset="2"/>
              </a:rPr>
              <a:t>Gen2 EIS TLE9018DQK</a:t>
            </a:r>
            <a:endParaRPr lang="en-US" altLang="de-DE" sz="1400" b="1">
              <a:solidFill>
                <a:srgbClr val="000000"/>
              </a:solidFill>
              <a:ea typeface="Helvetica Neue"/>
              <a:cs typeface="Helvetica Neue"/>
            </a:endParaRPr>
          </a:p>
          <a:p>
            <a:pPr eaLnBrk="1" hangingPunct="1">
              <a:lnSpc>
                <a:spcPct val="100000"/>
              </a:lnSpc>
            </a:pPr>
            <a:r>
              <a:rPr lang="en-US" altLang="de-DE">
                <a:solidFill>
                  <a:srgbClr val="000000"/>
                </a:solidFill>
                <a:ea typeface="Helvetica Neue"/>
                <a:cs typeface="Helvetica Neue"/>
              </a:rPr>
              <a:t>Higher frequencies</a:t>
            </a:r>
          </a:p>
          <a:p>
            <a:pPr lvl="1" eaLnBrk="1" hangingPunct="1">
              <a:lnSpc>
                <a:spcPct val="100000"/>
              </a:lnSpc>
            </a:pPr>
            <a:r>
              <a:rPr lang="en-US" altLang="de-DE" sz="1400" b="1">
                <a:solidFill>
                  <a:srgbClr val="000000"/>
                </a:solidFill>
                <a:ea typeface="Helvetica Neue"/>
                <a:cs typeface="Helvetica Neue"/>
                <a:sym typeface="Wingdings" panose="05000000000000000000" pitchFamily="2" charset="2"/>
              </a:rPr>
              <a:t>Gen3/4 EIS TLE9024DQK/TLE90xxEQK</a:t>
            </a:r>
            <a:endParaRPr lang="en-US" altLang="de-DE" sz="1400" b="1">
              <a:solidFill>
                <a:srgbClr val="000000"/>
              </a:solidFill>
              <a:ea typeface="Helvetica Neue"/>
              <a:cs typeface="Helvetica Neue"/>
            </a:endParaRPr>
          </a:p>
        </p:txBody>
      </p:sp>
      <p:pic>
        <p:nvPicPr>
          <p:cNvPr id="39945" name="Picture 10">
            <a:extLst>
              <a:ext uri="{FF2B5EF4-FFF2-40B4-BE49-F238E27FC236}">
                <a16:creationId xmlns:a16="http://schemas.microsoft.com/office/drawing/2014/main" id="{72E43E90-6214-4006-9ED4-C225D9AFF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63" y="1824038"/>
            <a:ext cx="3970337"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A2DE3CD0-09E0-4DED-B0DD-D3765A149124}"/>
              </a:ext>
            </a:extLst>
          </p:cNvPr>
          <p:cNvSpPr/>
          <p:nvPr/>
        </p:nvSpPr>
        <p:spPr bwMode="auto">
          <a:xfrm rot="16200000">
            <a:off x="809625" y="2603501"/>
            <a:ext cx="1773237" cy="360362"/>
          </a:xfrm>
          <a:prstGeom prst="rect">
            <a:avLst/>
          </a:prstGeom>
          <a:solidFill>
            <a:srgbClr val="F97414">
              <a:alpha val="40000"/>
            </a:srgbClr>
          </a:solidFill>
          <a:ln w="9525">
            <a:noFill/>
            <a:miter lim="800000"/>
            <a:headEnd/>
            <a:tailEnd/>
          </a:ln>
        </p:spPr>
        <p:txBody>
          <a:bodyPr lIns="72000" tIns="72000" rIns="72000" bIns="72000" anchor="ctr"/>
          <a:lstStyle/>
          <a:p>
            <a:pPr algn="r" defTabSz="576000" fontAlgn="auto">
              <a:lnSpc>
                <a:spcPct val="120000"/>
              </a:lnSpc>
              <a:spcBef>
                <a:spcPts val="0"/>
              </a:spcBef>
              <a:spcAft>
                <a:spcPts val="0"/>
              </a:spcAft>
              <a:defRPr/>
            </a:pPr>
            <a:r>
              <a:rPr lang="en-US" sz="1600" kern="0" dirty="0">
                <a:solidFill>
                  <a:srgbClr val="FFFFFF"/>
                </a:solidFill>
                <a:latin typeface="Arial"/>
                <a:ea typeface="+mn-ea"/>
                <a:cs typeface="Arial"/>
              </a:rPr>
              <a:t>Low Hz range</a:t>
            </a:r>
          </a:p>
        </p:txBody>
      </p:sp>
      <p:sp>
        <p:nvSpPr>
          <p:cNvPr id="39947" name="Rectangle 12">
            <a:extLst>
              <a:ext uri="{FF2B5EF4-FFF2-40B4-BE49-F238E27FC236}">
                <a16:creationId xmlns:a16="http://schemas.microsoft.com/office/drawing/2014/main" id="{5DCC4962-238C-46F7-90A0-352CD47E75AF}"/>
              </a:ext>
            </a:extLst>
          </p:cNvPr>
          <p:cNvSpPr>
            <a:spLocks noChangeArrowheads="1"/>
          </p:cNvSpPr>
          <p:nvPr/>
        </p:nvSpPr>
        <p:spPr bwMode="auto">
          <a:xfrm rot="-5400000">
            <a:off x="450057" y="2604294"/>
            <a:ext cx="1773237" cy="358775"/>
          </a:xfrm>
          <a:prstGeom prst="rect">
            <a:avLst/>
          </a:prstGeom>
          <a:solidFill>
            <a:srgbClr val="E93909">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r">
              <a:lnSpc>
                <a:spcPct val="120000"/>
              </a:lnSpc>
            </a:pPr>
            <a:r>
              <a:rPr lang="en-US" altLang="de-DE" sz="1600">
                <a:solidFill>
                  <a:srgbClr val="FFFFFF"/>
                </a:solidFill>
              </a:rPr>
              <a:t>Mid Hz range</a:t>
            </a:r>
          </a:p>
        </p:txBody>
      </p:sp>
      <p:sp>
        <p:nvSpPr>
          <p:cNvPr id="39948" name="Rectangle 13">
            <a:extLst>
              <a:ext uri="{FF2B5EF4-FFF2-40B4-BE49-F238E27FC236}">
                <a16:creationId xmlns:a16="http://schemas.microsoft.com/office/drawing/2014/main" id="{B5EC7134-1557-47C0-B70B-83D94074DC16}"/>
              </a:ext>
            </a:extLst>
          </p:cNvPr>
          <p:cNvSpPr>
            <a:spLocks noChangeArrowheads="1"/>
          </p:cNvSpPr>
          <p:nvPr/>
        </p:nvSpPr>
        <p:spPr bwMode="auto">
          <a:xfrm rot="-5400000">
            <a:off x="90488" y="2603500"/>
            <a:ext cx="1773237" cy="360363"/>
          </a:xfrm>
          <a:prstGeom prst="rect">
            <a:avLst/>
          </a:prstGeom>
          <a:solidFill>
            <a:srgbClr val="FF0000">
              <a:alpha val="3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r">
              <a:lnSpc>
                <a:spcPct val="120000"/>
              </a:lnSpc>
            </a:pPr>
            <a:r>
              <a:rPr lang="en-US" altLang="de-DE" sz="1600">
                <a:solidFill>
                  <a:srgbClr val="FFFFFF"/>
                </a:solidFill>
              </a:rPr>
              <a:t>High Hz range</a:t>
            </a:r>
          </a:p>
        </p:txBody>
      </p:sp>
      <p:sp>
        <p:nvSpPr>
          <p:cNvPr id="15" name="Rectangle 14">
            <a:extLst>
              <a:ext uri="{FF2B5EF4-FFF2-40B4-BE49-F238E27FC236}">
                <a16:creationId xmlns:a16="http://schemas.microsoft.com/office/drawing/2014/main" id="{C1B0B13C-C62C-4E7D-9479-121AE25D903F}"/>
              </a:ext>
            </a:extLst>
          </p:cNvPr>
          <p:cNvSpPr/>
          <p:nvPr/>
        </p:nvSpPr>
        <p:spPr bwMode="auto">
          <a:xfrm>
            <a:off x="411163" y="1824038"/>
            <a:ext cx="5334000" cy="4340225"/>
          </a:xfrm>
          <a:prstGeom prst="rect">
            <a:avLst/>
          </a:prstGeom>
          <a:noFill/>
          <a:ln w="12700">
            <a:solidFill>
              <a:schemeClr val="accent2"/>
            </a:solidFill>
            <a:miter lim="800000"/>
            <a:headEnd/>
            <a:tailEnd/>
          </a:ln>
        </p:spPr>
        <p:txBody>
          <a:bodyPr lIns="96000" tIns="96000" rIns="96000" bIns="96000" anchor="ctr"/>
          <a:lstStyle/>
          <a:p>
            <a:pPr algn="ctr">
              <a:defRPr/>
            </a:pPr>
            <a:endParaRPr lang="en-US" sz="2133" dirty="0">
              <a:solidFill>
                <a:srgbClr val="000000"/>
              </a:solidFill>
              <a:latin typeface="Arial"/>
              <a:ea typeface="Verdana" pitchFamily="34" charset="0"/>
              <a:cs typeface="Verdana" pitchFamily="34" charset="0"/>
            </a:endParaRPr>
          </a:p>
        </p:txBody>
      </p:sp>
      <p:sp>
        <p:nvSpPr>
          <p:cNvPr id="16" name="Rectangle 15">
            <a:extLst>
              <a:ext uri="{FF2B5EF4-FFF2-40B4-BE49-F238E27FC236}">
                <a16:creationId xmlns:a16="http://schemas.microsoft.com/office/drawing/2014/main" id="{A4EBE57D-DA8F-4B18-971B-06836A6E2423}"/>
              </a:ext>
            </a:extLst>
          </p:cNvPr>
          <p:cNvSpPr/>
          <p:nvPr/>
        </p:nvSpPr>
        <p:spPr bwMode="auto">
          <a:xfrm>
            <a:off x="8239125" y="1914525"/>
            <a:ext cx="3132138" cy="1773238"/>
          </a:xfrm>
          <a:prstGeom prst="rect">
            <a:avLst/>
          </a:prstGeom>
          <a:solidFill>
            <a:schemeClr val="bg1"/>
          </a:solidFill>
          <a:ln w="9525">
            <a:noFill/>
            <a:miter lim="800000"/>
            <a:headEnd/>
            <a:tailEnd/>
          </a:ln>
        </p:spPr>
        <p:txBody>
          <a:bodyPr lIns="72000" tIns="72000" rIns="72000" bIns="72000"/>
          <a:lstStyle/>
          <a:p>
            <a:pPr algn="r" defTabSz="576000" fontAlgn="auto">
              <a:lnSpc>
                <a:spcPct val="120000"/>
              </a:lnSpc>
              <a:spcBef>
                <a:spcPts val="0"/>
              </a:spcBef>
              <a:spcAft>
                <a:spcPts val="0"/>
              </a:spcAft>
              <a:defRPr/>
            </a:pPr>
            <a:endParaRPr lang="en-US" sz="1600" kern="0" dirty="0">
              <a:solidFill>
                <a:srgbClr val="FFFFFF"/>
              </a:solidFill>
              <a:latin typeface="Arial"/>
              <a:ea typeface="+mn-ea"/>
              <a:cs typeface="Arial"/>
            </a:endParaRPr>
          </a:p>
        </p:txBody>
      </p:sp>
      <p:sp>
        <p:nvSpPr>
          <p:cNvPr id="39951" name="Freeform 16">
            <a:extLst>
              <a:ext uri="{FF2B5EF4-FFF2-40B4-BE49-F238E27FC236}">
                <a16:creationId xmlns:a16="http://schemas.microsoft.com/office/drawing/2014/main" id="{1B672F1C-94DB-418D-8147-F1015AE8AE66}"/>
              </a:ext>
            </a:extLst>
          </p:cNvPr>
          <p:cNvSpPr>
            <a:spLocks/>
          </p:cNvSpPr>
          <p:nvPr/>
        </p:nvSpPr>
        <p:spPr bwMode="auto">
          <a:xfrm>
            <a:off x="6716713" y="4602163"/>
            <a:ext cx="4560887" cy="1562100"/>
          </a:xfrm>
          <a:custGeom>
            <a:avLst/>
            <a:gdLst>
              <a:gd name="T0" fmla="*/ 0 w 5509494"/>
              <a:gd name="T1" fmla="*/ 0 h 1780675"/>
              <a:gd name="T2" fmla="*/ 4560569 w 5509494"/>
              <a:gd name="T3" fmla="*/ 0 h 1780675"/>
              <a:gd name="T4" fmla="*/ 4560569 w 5509494"/>
              <a:gd name="T5" fmla="*/ 1036464 h 1780675"/>
              <a:gd name="T6" fmla="*/ 0 w 5509494"/>
              <a:gd name="T7" fmla="*/ 1036464 h 1780675"/>
              <a:gd name="T8" fmla="*/ 0 60000 65536"/>
              <a:gd name="T9" fmla="*/ 0 60000 65536"/>
              <a:gd name="T10" fmla="*/ 0 60000 65536"/>
              <a:gd name="T11" fmla="*/ 0 60000 65536"/>
              <a:gd name="T12" fmla="*/ 0 w 5509494"/>
              <a:gd name="T13" fmla="*/ 0 h 1780675"/>
              <a:gd name="T14" fmla="*/ 5509494 w 5509494"/>
              <a:gd name="T15" fmla="*/ 1780675 h 1780675"/>
            </a:gdLst>
            <a:ahLst/>
            <a:cxnLst>
              <a:cxn ang="T8">
                <a:pos x="T0" y="T1"/>
              </a:cxn>
              <a:cxn ang="T9">
                <a:pos x="T2" y="T3"/>
              </a:cxn>
              <a:cxn ang="T10">
                <a:pos x="T4" y="T5"/>
              </a:cxn>
              <a:cxn ang="T11">
                <a:pos x="T6" y="T7"/>
              </a:cxn>
            </a:cxnLst>
            <a:rect l="T12" t="T13" r="T14" b="T15"/>
            <a:pathLst>
              <a:path w="5509494" h="1780675">
                <a:moveTo>
                  <a:pt x="0" y="0"/>
                </a:moveTo>
                <a:lnTo>
                  <a:pt x="5509494" y="0"/>
                </a:lnTo>
                <a:lnTo>
                  <a:pt x="5509494" y="1780675"/>
                </a:lnTo>
                <a:lnTo>
                  <a:pt x="0" y="1780675"/>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lnSpc>
                <a:spcPct val="120000"/>
              </a:lnSpc>
              <a:buClr>
                <a:schemeClr val="tx2"/>
              </a:buClr>
              <a:buSzPct val="100000"/>
              <a:buFont typeface="Arial" panose="020B0604020202020204" pitchFamily="34" charset="0"/>
              <a:buChar char="‒"/>
              <a:defRPr>
                <a:solidFill>
                  <a:schemeClr val="tx1"/>
                </a:solidFill>
                <a:latin typeface="Arial" panose="020B0604020202020204" pitchFamily="34" charset="0"/>
                <a:ea typeface="Arial Unicode MS"/>
                <a:cs typeface="Arial" panose="020B0604020202020204" pitchFamily="34" charset="0"/>
              </a:defRPr>
            </a:lvl1pPr>
            <a:lvl2pPr marL="503238" indent="-250825">
              <a:lnSpc>
                <a:spcPct val="120000"/>
              </a:lnSpc>
              <a:buClr>
                <a:schemeClr val="tx2"/>
              </a:buClr>
              <a:buSzPct val="100000"/>
              <a:buFont typeface="Arial" panose="020B0604020202020204" pitchFamily="34" charset="0"/>
              <a:buChar char="‒"/>
              <a:defRPr sz="1600">
                <a:solidFill>
                  <a:schemeClr val="tx1"/>
                </a:solidFill>
                <a:latin typeface="Arial" panose="020B0604020202020204" pitchFamily="34" charset="0"/>
                <a:ea typeface="Arial Unicode MS"/>
                <a:cs typeface="Arial" panose="020B0604020202020204" pitchFamily="34" charset="0"/>
              </a:defRPr>
            </a:lvl2pPr>
            <a:lvl3pPr marL="755650" indent="-250825">
              <a:lnSpc>
                <a:spcPct val="120000"/>
              </a:lnSpc>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3pPr>
            <a:lvl4pPr marL="1006475" indent="-250825">
              <a:lnSpc>
                <a:spcPct val="120000"/>
              </a:lnSpc>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4pPr>
            <a:lvl5pPr marL="1258888" indent="-250825">
              <a:lnSpc>
                <a:spcPct val="120000"/>
              </a:lnSpc>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5pPr>
            <a:lvl6pPr marL="17160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6pPr>
            <a:lvl7pPr marL="21732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7pPr>
            <a:lvl8pPr marL="26304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8pPr>
            <a:lvl9pPr marL="3087688" indent="-250825" fontAlgn="base">
              <a:lnSpc>
                <a:spcPct val="120000"/>
              </a:lnSpc>
              <a:spcBef>
                <a:spcPct val="0"/>
              </a:spcBef>
              <a:spcAft>
                <a:spcPct val="0"/>
              </a:spcAft>
              <a:buClr>
                <a:schemeClr val="tx2"/>
              </a:buClr>
              <a:buSzPct val="100000"/>
              <a:buFont typeface="Arial" panose="020B0604020202020204" pitchFamily="34" charset="0"/>
              <a:buChar char="‒"/>
              <a:defRPr sz="1400">
                <a:solidFill>
                  <a:schemeClr val="tx1"/>
                </a:solidFill>
                <a:latin typeface="Arial" panose="020B0604020202020204" pitchFamily="34" charset="0"/>
                <a:ea typeface="Arial Unicode MS"/>
                <a:cs typeface="Arial" panose="020B0604020202020204" pitchFamily="34" charset="0"/>
              </a:defRPr>
            </a:lvl9pPr>
          </a:lstStyle>
          <a:p>
            <a:pPr eaLnBrk="1" hangingPunct="1">
              <a:lnSpc>
                <a:spcPct val="100000"/>
              </a:lnSpc>
            </a:pPr>
            <a:r>
              <a:rPr lang="en-US" altLang="de-DE" b="1">
                <a:solidFill>
                  <a:srgbClr val="000000"/>
                </a:solidFill>
                <a:ea typeface="Helvetica Neue"/>
                <a:cs typeface="Helvetica Neue"/>
              </a:rPr>
              <a:t>The higher the impedance frequency, </a:t>
            </a:r>
            <a:r>
              <a:rPr lang="en-US" altLang="de-DE">
                <a:solidFill>
                  <a:srgbClr val="000000"/>
                </a:solidFill>
                <a:ea typeface="Helvetica Neue"/>
                <a:cs typeface="Helvetica Neue"/>
              </a:rPr>
              <a:t>e.g., 1 kHz, the more crosstalk effects of the wiring of the battery cell itself are </a:t>
            </a:r>
            <a:r>
              <a:rPr lang="en-US" altLang="de-DE" b="1">
                <a:solidFill>
                  <a:srgbClr val="000000"/>
                </a:solidFill>
                <a:ea typeface="Helvetica Neue"/>
                <a:cs typeface="Helvetica Neue"/>
              </a:rPr>
              <a:t>overlaying the measurement</a:t>
            </a:r>
            <a:r>
              <a:rPr lang="en-US" altLang="de-DE">
                <a:solidFill>
                  <a:srgbClr val="000000"/>
                </a:solidFill>
                <a:ea typeface="Helvetica Neue"/>
                <a:cs typeface="Helvetica Neue"/>
              </a:rPr>
              <a:t>. </a:t>
            </a:r>
            <a:br>
              <a:rPr lang="en-US" altLang="de-DE" b="1">
                <a:solidFill>
                  <a:srgbClr val="000000"/>
                </a:solidFill>
                <a:ea typeface="Helvetica Neue"/>
                <a:cs typeface="Helvetica Neue"/>
              </a:rPr>
            </a:br>
            <a:endParaRPr lang="en-US" altLang="de-DE">
              <a:solidFill>
                <a:srgbClr val="000000"/>
              </a:solidFill>
              <a:ea typeface="Helvetica Neue"/>
              <a:cs typeface="Helvetica Neue"/>
            </a:endParaRPr>
          </a:p>
          <a:p>
            <a:pPr eaLnBrk="1" hangingPunct="1">
              <a:lnSpc>
                <a:spcPct val="100000"/>
              </a:lnSpc>
            </a:pPr>
            <a:r>
              <a:rPr lang="en-US" altLang="de-DE" b="1">
                <a:solidFill>
                  <a:srgbClr val="000000"/>
                </a:solidFill>
                <a:ea typeface="Helvetica Neue"/>
                <a:cs typeface="Helvetica Neue"/>
              </a:rPr>
              <a:t>SoH is the source for SoC algorithm calibration over aging </a:t>
            </a:r>
            <a:r>
              <a:rPr lang="en-US" altLang="de-DE">
                <a:solidFill>
                  <a:srgbClr val="000000"/>
                </a:solidFill>
                <a:ea typeface="Helvetica Neue"/>
                <a:cs typeface="Helvetica Neue"/>
              </a:rPr>
              <a:t>and </a:t>
            </a:r>
            <a:r>
              <a:rPr lang="en-US" altLang="de-DE" b="1">
                <a:solidFill>
                  <a:srgbClr val="000000"/>
                </a:solidFill>
                <a:ea typeface="Helvetica Neue"/>
                <a:cs typeface="Helvetica Neue"/>
              </a:rPr>
              <a:t>power estimations</a:t>
            </a:r>
            <a:r>
              <a:rPr lang="en-US" altLang="de-DE">
                <a:solidFill>
                  <a:srgbClr val="000000"/>
                </a:solidFill>
                <a:ea typeface="Helvetica Neue"/>
                <a:cs typeface="Helvetica Neue"/>
              </a:rPr>
              <a:t>.</a:t>
            </a:r>
            <a:r>
              <a:rPr lang="en-US" altLang="de-DE" b="1">
                <a:solidFill>
                  <a:srgbClr val="000000"/>
                </a:solidFill>
                <a:ea typeface="Helvetica Neue"/>
                <a:cs typeface="Helvetica Neue"/>
              </a:rPr>
              <a:t> </a:t>
            </a:r>
            <a:r>
              <a:rPr lang="en-US" altLang="de-DE">
                <a:solidFill>
                  <a:srgbClr val="000000"/>
                </a:solidFill>
                <a:ea typeface="Helvetica Neue"/>
                <a:cs typeface="Helvetica Neue"/>
              </a:rPr>
              <a:t>Hence, EIS implementation for SoH is valuable.</a:t>
            </a:r>
          </a:p>
        </p:txBody>
      </p:sp>
      <p:sp>
        <p:nvSpPr>
          <p:cNvPr id="39952" name="Freeform 16">
            <a:extLst>
              <a:ext uri="{FF2B5EF4-FFF2-40B4-BE49-F238E27FC236}">
                <a16:creationId xmlns:a16="http://schemas.microsoft.com/office/drawing/2014/main" id="{C255A17D-DB30-41ED-A061-C21C39821CBD}"/>
              </a:ext>
            </a:extLst>
          </p:cNvPr>
          <p:cNvSpPr>
            <a:spLocks/>
          </p:cNvSpPr>
          <p:nvPr/>
        </p:nvSpPr>
        <p:spPr bwMode="auto">
          <a:xfrm>
            <a:off x="8860799" y="3986161"/>
            <a:ext cx="2722884" cy="408782"/>
          </a:xfrm>
          <a:custGeom>
            <a:avLst/>
            <a:gdLst>
              <a:gd name="T0" fmla="*/ 0 w 5509494"/>
              <a:gd name="T1" fmla="*/ 0 h 1780675"/>
              <a:gd name="T2" fmla="*/ 3303983 w 5509494"/>
              <a:gd name="T3" fmla="*/ 0 h 1780675"/>
              <a:gd name="T4" fmla="*/ 3303983 w 5509494"/>
              <a:gd name="T5" fmla="*/ 286478 h 1780675"/>
              <a:gd name="T6" fmla="*/ 0 w 5509494"/>
              <a:gd name="T7" fmla="*/ 286478 h 1780675"/>
              <a:gd name="T8" fmla="*/ 0 60000 65536"/>
              <a:gd name="T9" fmla="*/ 0 60000 65536"/>
              <a:gd name="T10" fmla="*/ 0 60000 65536"/>
              <a:gd name="T11" fmla="*/ 0 60000 65536"/>
              <a:gd name="T12" fmla="*/ 0 w 5509494"/>
              <a:gd name="T13" fmla="*/ 0 h 1780675"/>
              <a:gd name="T14" fmla="*/ 5509494 w 5509494"/>
              <a:gd name="T15" fmla="*/ 1780675 h 1780675"/>
            </a:gdLst>
            <a:ahLst/>
            <a:cxnLst>
              <a:cxn ang="T8">
                <a:pos x="T0" y="T1"/>
              </a:cxn>
              <a:cxn ang="T9">
                <a:pos x="T2" y="T3"/>
              </a:cxn>
              <a:cxn ang="T10">
                <a:pos x="T4" y="T5"/>
              </a:cxn>
              <a:cxn ang="T11">
                <a:pos x="T6" y="T7"/>
              </a:cxn>
            </a:cxnLst>
            <a:rect l="T12" t="T13" r="T14" b="T15"/>
            <a:pathLst>
              <a:path w="5509494" h="1780675">
                <a:moveTo>
                  <a:pt x="0" y="0"/>
                </a:moveTo>
                <a:lnTo>
                  <a:pt x="5509494" y="0"/>
                </a:lnTo>
                <a:lnTo>
                  <a:pt x="5509494" y="1780675"/>
                </a:lnTo>
                <a:lnTo>
                  <a:pt x="0" y="1780675"/>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Arial" panose="020B0604020202020204" pitchFamily="34" charset="0"/>
                <a:ea typeface="Arial Unicode MS"/>
                <a:cs typeface="Arial Unicode MS"/>
              </a:defRPr>
            </a:lvl1pPr>
            <a:lvl2pPr marL="742950" indent="-285750">
              <a:defRPr sz="1400">
                <a:solidFill>
                  <a:schemeClr val="tx1"/>
                </a:solidFill>
                <a:latin typeface="Arial" panose="020B0604020202020204" pitchFamily="34" charset="0"/>
                <a:ea typeface="Arial Unicode MS"/>
                <a:cs typeface="Arial Unicode MS"/>
              </a:defRPr>
            </a:lvl2pPr>
            <a:lvl3pPr marL="1143000" indent="-228600">
              <a:defRPr sz="1400">
                <a:solidFill>
                  <a:schemeClr val="tx1"/>
                </a:solidFill>
                <a:latin typeface="Arial" panose="020B0604020202020204" pitchFamily="34" charset="0"/>
                <a:ea typeface="Arial Unicode MS"/>
                <a:cs typeface="Arial Unicode MS"/>
              </a:defRPr>
            </a:lvl3pPr>
            <a:lvl4pPr marL="1600200" indent="-228600">
              <a:defRPr sz="1400">
                <a:solidFill>
                  <a:schemeClr val="tx1"/>
                </a:solidFill>
                <a:latin typeface="Arial" panose="020B0604020202020204" pitchFamily="34" charset="0"/>
                <a:ea typeface="Arial Unicode MS"/>
                <a:cs typeface="Arial Unicode MS"/>
              </a:defRPr>
            </a:lvl4pPr>
            <a:lvl5pPr marL="2057400" indent="-228600">
              <a:defRPr sz="1400">
                <a:solidFill>
                  <a:schemeClr val="tx1"/>
                </a:solidFill>
                <a:latin typeface="Arial" panose="020B0604020202020204" pitchFamily="34" charset="0"/>
                <a:ea typeface="Arial Unicode MS"/>
                <a:cs typeface="Arial Unicode MS"/>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eaLnBrk="1" hangingPunct="1">
              <a:buClr>
                <a:srgbClr val="E30034"/>
              </a:buClr>
              <a:buSzPct val="100000"/>
            </a:pPr>
            <a:r>
              <a:rPr lang="en-US" altLang="de-DE" sz="1200" b="1">
                <a:solidFill>
                  <a:srgbClr val="000000"/>
                </a:solidFill>
                <a:ea typeface="Helvetica Neue"/>
                <a:cs typeface="Helvetica Neue"/>
              </a:rPr>
              <a:t>*</a:t>
            </a:r>
            <a:r>
              <a:rPr lang="en-US" altLang="de-DE" sz="1200">
                <a:solidFill>
                  <a:srgbClr val="000000"/>
                </a:solidFill>
                <a:ea typeface="Helvetica Neue"/>
                <a:cs typeface="Helvetica Neue"/>
              </a:rPr>
              <a:t>Depending on cell chemistry, structure,</a:t>
            </a:r>
          </a:p>
          <a:p>
            <a:pPr eaLnBrk="1" hangingPunct="1">
              <a:buClr>
                <a:srgbClr val="E30034"/>
              </a:buClr>
              <a:buSzPct val="100000"/>
            </a:pPr>
            <a:r>
              <a:rPr lang="en-US" altLang="de-DE" sz="1200">
                <a:solidFill>
                  <a:srgbClr val="000000"/>
                </a:solidFill>
                <a:ea typeface="Helvetica Neue"/>
                <a:cs typeface="Helvetica Neue"/>
              </a:rPr>
              <a:t>use case, etc. </a:t>
            </a:r>
          </a:p>
        </p:txBody>
      </p:sp>
      <p:pic>
        <p:nvPicPr>
          <p:cNvPr id="39953" name="Picture 18">
            <a:extLst>
              <a:ext uri="{FF2B5EF4-FFF2-40B4-BE49-F238E27FC236}">
                <a16:creationId xmlns:a16="http://schemas.microsoft.com/office/drawing/2014/main" id="{B09C3257-7FFD-45B7-A1F1-9E63AE972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775" y="1843088"/>
            <a:ext cx="3970338"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22">
            <a:extLst>
              <a:ext uri="{FF2B5EF4-FFF2-40B4-BE49-F238E27FC236}">
                <a16:creationId xmlns:a16="http://schemas.microsoft.com/office/drawing/2014/main" id="{E285BA95-C13C-4F9E-A044-31970EC5010A}"/>
              </a:ext>
            </a:extLst>
          </p:cNvPr>
          <p:cNvSpPr/>
          <p:nvPr/>
        </p:nvSpPr>
        <p:spPr bwMode="auto">
          <a:xfrm>
            <a:off x="6348413" y="1833563"/>
            <a:ext cx="5334000" cy="4338637"/>
          </a:xfrm>
          <a:prstGeom prst="rect">
            <a:avLst/>
          </a:prstGeom>
          <a:noFill/>
          <a:ln w="12700">
            <a:solidFill>
              <a:schemeClr val="accent2"/>
            </a:solidFill>
            <a:miter lim="800000"/>
            <a:headEnd/>
            <a:tailEnd/>
          </a:ln>
        </p:spPr>
        <p:txBody>
          <a:bodyPr lIns="96000" tIns="96000" rIns="96000" bIns="96000" anchor="ctr"/>
          <a:lstStyle/>
          <a:p>
            <a:pPr algn="ctr">
              <a:defRPr/>
            </a:pPr>
            <a:endParaRPr lang="en-US" sz="2133" dirty="0">
              <a:solidFill>
                <a:srgbClr val="000000"/>
              </a:solidFill>
              <a:latin typeface="Arial"/>
              <a:ea typeface="Verdana" pitchFamily="34" charset="0"/>
              <a:cs typeface="Verdana" pitchFamily="34" charset="0"/>
            </a:endParaRPr>
          </a:p>
        </p:txBody>
      </p:sp>
      <p:sp>
        <p:nvSpPr>
          <p:cNvPr id="39955" name="Rounded Rectangle 18">
            <a:extLst>
              <a:ext uri="{FF2B5EF4-FFF2-40B4-BE49-F238E27FC236}">
                <a16:creationId xmlns:a16="http://schemas.microsoft.com/office/drawing/2014/main" id="{1E88C52B-C613-42F1-BCB2-320EEF88D07F}"/>
              </a:ext>
            </a:extLst>
          </p:cNvPr>
          <p:cNvSpPr>
            <a:spLocks noChangeArrowheads="1"/>
          </p:cNvSpPr>
          <p:nvPr/>
        </p:nvSpPr>
        <p:spPr bwMode="auto">
          <a:xfrm>
            <a:off x="6207125" y="1463675"/>
            <a:ext cx="4343400" cy="315913"/>
          </a:xfrm>
          <a:prstGeom prst="roundRect">
            <a:avLst>
              <a:gd name="adj" fmla="val 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1400">
                <a:solidFill>
                  <a:schemeClr val="tx1"/>
                </a:solidFill>
                <a:latin typeface="Arial" panose="020B0604020202020204" pitchFamily="34" charset="0"/>
                <a:ea typeface="Arial Unicode MS"/>
                <a:cs typeface="Arial Unicode MS"/>
              </a:defRPr>
            </a:lvl1pPr>
            <a:lvl2pPr marL="742950" indent="-285750">
              <a:defRPr sz="1400">
                <a:solidFill>
                  <a:schemeClr val="tx1"/>
                </a:solidFill>
                <a:latin typeface="Arial" panose="020B0604020202020204" pitchFamily="34" charset="0"/>
                <a:ea typeface="Arial Unicode MS"/>
                <a:cs typeface="Arial Unicode MS"/>
              </a:defRPr>
            </a:lvl2pPr>
            <a:lvl3pPr marL="1143000" indent="-228600">
              <a:defRPr sz="1400">
                <a:solidFill>
                  <a:schemeClr val="tx1"/>
                </a:solidFill>
                <a:latin typeface="Arial" panose="020B0604020202020204" pitchFamily="34" charset="0"/>
                <a:ea typeface="Arial Unicode MS"/>
                <a:cs typeface="Arial Unicode MS"/>
              </a:defRPr>
            </a:lvl3pPr>
            <a:lvl4pPr marL="1600200" indent="-228600">
              <a:defRPr sz="1400">
                <a:solidFill>
                  <a:schemeClr val="tx1"/>
                </a:solidFill>
                <a:latin typeface="Arial" panose="020B0604020202020204" pitchFamily="34" charset="0"/>
                <a:ea typeface="Arial Unicode MS"/>
                <a:cs typeface="Arial Unicode MS"/>
              </a:defRPr>
            </a:lvl4pPr>
            <a:lvl5pPr marL="2057400" indent="-228600">
              <a:defRPr sz="1400">
                <a:solidFill>
                  <a:schemeClr val="tx1"/>
                </a:solidFill>
                <a:latin typeface="Arial" panose="020B0604020202020204" pitchFamily="34" charset="0"/>
                <a:ea typeface="Arial Unicode MS"/>
                <a:cs typeface="Arial Unicode MS"/>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r>
              <a:rPr lang="en-US" altLang="de-DE" b="1">
                <a:solidFill>
                  <a:srgbClr val="1D1D1D"/>
                </a:solidFill>
              </a:rPr>
              <a:t>Relation – Impedance spectrum vs EIS use case</a:t>
            </a:r>
          </a:p>
        </p:txBody>
      </p:sp>
      <p:sp>
        <p:nvSpPr>
          <p:cNvPr id="37" name="Oval 36">
            <a:extLst>
              <a:ext uri="{FF2B5EF4-FFF2-40B4-BE49-F238E27FC236}">
                <a16:creationId xmlns:a16="http://schemas.microsoft.com/office/drawing/2014/main" id="{579B484F-9CA6-4B0E-9F3F-2A4CFDD67A7B}"/>
              </a:ext>
            </a:extLst>
          </p:cNvPr>
          <p:cNvSpPr/>
          <p:nvPr/>
        </p:nvSpPr>
        <p:spPr bwMode="auto">
          <a:xfrm rot="2848388">
            <a:off x="9378951" y="1487487"/>
            <a:ext cx="317500" cy="2422525"/>
          </a:xfrm>
          <a:prstGeom prst="ellipse">
            <a:avLst/>
          </a:prstGeom>
          <a:solidFill>
            <a:schemeClr val="tx2">
              <a:alpha val="35000"/>
            </a:schemeClr>
          </a:solidFill>
          <a:ln w="9525">
            <a:noFill/>
            <a:miter lim="800000"/>
            <a:headEnd/>
            <a:tailEnd/>
          </a:ln>
        </p:spPr>
        <p:txBody>
          <a:bodyPr lIns="72000" tIns="72000" rIns="72000" bIns="72000" anchor="ctr"/>
          <a:lstStyle/>
          <a:p>
            <a:pPr algn="ctr" defTabSz="576000">
              <a:lnSpc>
                <a:spcPct val="120000"/>
              </a:lnSpc>
              <a:defRPr/>
            </a:pPr>
            <a:endParaRPr lang="en-US" sz="1600" dirty="0">
              <a:solidFill>
                <a:schemeClr val="tx2"/>
              </a:solidFill>
              <a:latin typeface="+mn-lt"/>
              <a:ea typeface="+mn-ea"/>
              <a:cs typeface="+mn-cs"/>
            </a:endParaRPr>
          </a:p>
        </p:txBody>
      </p:sp>
      <p:sp>
        <p:nvSpPr>
          <p:cNvPr id="38" name="Oval 37">
            <a:extLst>
              <a:ext uri="{FF2B5EF4-FFF2-40B4-BE49-F238E27FC236}">
                <a16:creationId xmlns:a16="http://schemas.microsoft.com/office/drawing/2014/main" id="{A170D47B-1DFC-489C-97F2-F6A1978533CE}"/>
              </a:ext>
            </a:extLst>
          </p:cNvPr>
          <p:cNvSpPr/>
          <p:nvPr/>
        </p:nvSpPr>
        <p:spPr bwMode="auto">
          <a:xfrm rot="6719330">
            <a:off x="8204200" y="3000376"/>
            <a:ext cx="238125" cy="876300"/>
          </a:xfrm>
          <a:prstGeom prst="ellipse">
            <a:avLst/>
          </a:prstGeom>
          <a:solidFill>
            <a:schemeClr val="accent3">
              <a:alpha val="35000"/>
            </a:schemeClr>
          </a:solidFill>
          <a:ln w="9525">
            <a:noFill/>
            <a:miter lim="800000"/>
            <a:headEnd/>
            <a:tailEnd/>
          </a:ln>
        </p:spPr>
        <p:txBody>
          <a:bodyPr lIns="72000" tIns="72000" rIns="72000" bIns="72000" anchor="ctr"/>
          <a:lstStyle/>
          <a:p>
            <a:pPr algn="ctr" defTabSz="576000">
              <a:lnSpc>
                <a:spcPct val="120000"/>
              </a:lnSpc>
              <a:defRPr/>
            </a:pPr>
            <a:endParaRPr lang="en-US" sz="1600" dirty="0">
              <a:solidFill>
                <a:schemeClr val="bg1"/>
              </a:solidFill>
              <a:latin typeface="+mn-lt"/>
              <a:ea typeface="+mn-ea"/>
              <a:cs typeface="+mn-cs"/>
            </a:endParaRPr>
          </a:p>
        </p:txBody>
      </p:sp>
      <p:sp>
        <p:nvSpPr>
          <p:cNvPr id="39" name="Oval 38">
            <a:extLst>
              <a:ext uri="{FF2B5EF4-FFF2-40B4-BE49-F238E27FC236}">
                <a16:creationId xmlns:a16="http://schemas.microsoft.com/office/drawing/2014/main" id="{D4C32328-BD68-4F6F-9F41-EAE60327D8E5}"/>
              </a:ext>
            </a:extLst>
          </p:cNvPr>
          <p:cNvSpPr/>
          <p:nvPr/>
        </p:nvSpPr>
        <p:spPr bwMode="auto">
          <a:xfrm rot="3988497">
            <a:off x="7575551" y="3038475"/>
            <a:ext cx="215900" cy="727075"/>
          </a:xfrm>
          <a:prstGeom prst="ellipse">
            <a:avLst/>
          </a:prstGeom>
          <a:solidFill>
            <a:schemeClr val="accent6">
              <a:alpha val="21000"/>
            </a:schemeClr>
          </a:solidFill>
          <a:ln w="9525">
            <a:noFill/>
            <a:miter lim="800000"/>
            <a:headEnd/>
            <a:tailEnd/>
          </a:ln>
        </p:spPr>
        <p:txBody>
          <a:bodyPr lIns="72000" tIns="72000" rIns="72000" bIns="72000" anchor="ctr"/>
          <a:lstStyle/>
          <a:p>
            <a:pPr algn="ctr" defTabSz="576000">
              <a:lnSpc>
                <a:spcPct val="120000"/>
              </a:lnSpc>
              <a:defRPr/>
            </a:pPr>
            <a:endParaRPr lang="en-US" sz="1600" dirty="0">
              <a:solidFill>
                <a:schemeClr val="bg1"/>
              </a:solidFill>
              <a:latin typeface="+mn-lt"/>
              <a:ea typeface="+mn-ea"/>
              <a:cs typeface="+mn-cs"/>
            </a:endParaRPr>
          </a:p>
        </p:txBody>
      </p:sp>
      <p:sp>
        <p:nvSpPr>
          <p:cNvPr id="40" name="Oval 39">
            <a:extLst>
              <a:ext uri="{FF2B5EF4-FFF2-40B4-BE49-F238E27FC236}">
                <a16:creationId xmlns:a16="http://schemas.microsoft.com/office/drawing/2014/main" id="{12B74F54-7A40-4864-9521-DB536775E68A}"/>
              </a:ext>
            </a:extLst>
          </p:cNvPr>
          <p:cNvSpPr/>
          <p:nvPr/>
        </p:nvSpPr>
        <p:spPr bwMode="auto">
          <a:xfrm>
            <a:off x="7210425" y="3509963"/>
            <a:ext cx="215900" cy="288925"/>
          </a:xfrm>
          <a:prstGeom prst="ellipse">
            <a:avLst/>
          </a:prstGeom>
          <a:solidFill>
            <a:schemeClr val="accent4">
              <a:alpha val="83000"/>
            </a:schemeClr>
          </a:solidFill>
          <a:ln w="9525">
            <a:noFill/>
            <a:miter lim="800000"/>
            <a:headEnd/>
            <a:tailEnd/>
          </a:ln>
        </p:spPr>
        <p:txBody>
          <a:bodyPr lIns="72000" tIns="72000" rIns="72000" bIns="72000" anchor="ctr"/>
          <a:lstStyle/>
          <a:p>
            <a:pPr algn="ctr" defTabSz="576000">
              <a:lnSpc>
                <a:spcPct val="120000"/>
              </a:lnSpc>
              <a:defRPr/>
            </a:pPr>
            <a:endParaRPr lang="en-US" sz="1600" dirty="0">
              <a:solidFill>
                <a:schemeClr val="bg1"/>
              </a:solidFill>
              <a:latin typeface="+mn-lt"/>
              <a:ea typeface="+mn-ea"/>
              <a:cs typeface="+mn-cs"/>
            </a:endParaRPr>
          </a:p>
        </p:txBody>
      </p:sp>
      <p:sp>
        <p:nvSpPr>
          <p:cNvPr id="41" name="Arrow: Right 40">
            <a:extLst>
              <a:ext uri="{FF2B5EF4-FFF2-40B4-BE49-F238E27FC236}">
                <a16:creationId xmlns:a16="http://schemas.microsoft.com/office/drawing/2014/main" id="{E324FAC2-70B8-4F8B-93F4-735B161527F8}"/>
              </a:ext>
            </a:extLst>
          </p:cNvPr>
          <p:cNvSpPr/>
          <p:nvPr/>
        </p:nvSpPr>
        <p:spPr bwMode="auto">
          <a:xfrm>
            <a:off x="5805488" y="3397250"/>
            <a:ext cx="528637" cy="762000"/>
          </a:xfrm>
          <a:prstGeom prst="rightArrow">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en-US" sz="1600" dirty="0">
              <a:solidFill>
                <a:schemeClr val="bg1"/>
              </a:solidFill>
              <a:latin typeface="+mn-lt"/>
              <a:ea typeface="+mn-ea"/>
              <a:cs typeface="+mn-cs"/>
            </a:endParaRPr>
          </a:p>
        </p:txBody>
      </p:sp>
      <p:sp>
        <p:nvSpPr>
          <p:cNvPr id="42" name="TextBox 41">
            <a:extLst>
              <a:ext uri="{FF2B5EF4-FFF2-40B4-BE49-F238E27FC236}">
                <a16:creationId xmlns:a16="http://schemas.microsoft.com/office/drawing/2014/main" id="{1B70CB4A-518B-4EBA-9660-BF39212466CD}"/>
              </a:ext>
            </a:extLst>
          </p:cNvPr>
          <p:cNvSpPr txBox="1"/>
          <p:nvPr/>
        </p:nvSpPr>
        <p:spPr bwMode="auto">
          <a:xfrm>
            <a:off x="9625013" y="2395538"/>
            <a:ext cx="360362" cy="233362"/>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en-US" b="1" kern="0" dirty="0" err="1">
                <a:solidFill>
                  <a:schemeClr val="tx2"/>
                </a:solidFill>
                <a:latin typeface="+mn-lt"/>
                <a:ea typeface="+mn-ea"/>
                <a:cs typeface="+mn-cs"/>
              </a:rPr>
              <a:t>SoH</a:t>
            </a:r>
            <a:endParaRPr lang="en-US" b="1" kern="0" dirty="0">
              <a:solidFill>
                <a:schemeClr val="tx2"/>
              </a:solidFill>
              <a:latin typeface="+mn-lt"/>
              <a:ea typeface="+mn-ea"/>
              <a:cs typeface="+mn-cs"/>
            </a:endParaRPr>
          </a:p>
        </p:txBody>
      </p:sp>
      <p:sp>
        <p:nvSpPr>
          <p:cNvPr id="43" name="TextBox 42">
            <a:extLst>
              <a:ext uri="{FF2B5EF4-FFF2-40B4-BE49-F238E27FC236}">
                <a16:creationId xmlns:a16="http://schemas.microsoft.com/office/drawing/2014/main" id="{A8E87A93-DE04-4A79-9BB1-D78491B17827}"/>
              </a:ext>
            </a:extLst>
          </p:cNvPr>
          <p:cNvSpPr txBox="1"/>
          <p:nvPr/>
        </p:nvSpPr>
        <p:spPr bwMode="auto">
          <a:xfrm>
            <a:off x="8175625" y="3114675"/>
            <a:ext cx="358775" cy="233363"/>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en-US" b="1" kern="0" dirty="0">
                <a:solidFill>
                  <a:schemeClr val="accent3"/>
                </a:solidFill>
                <a:latin typeface="+mn-lt"/>
                <a:ea typeface="+mn-ea"/>
                <a:cs typeface="+mn-cs"/>
              </a:rPr>
              <a:t>SoC</a:t>
            </a:r>
          </a:p>
        </p:txBody>
      </p:sp>
      <p:sp>
        <p:nvSpPr>
          <p:cNvPr id="44" name="TextBox 43">
            <a:extLst>
              <a:ext uri="{FF2B5EF4-FFF2-40B4-BE49-F238E27FC236}">
                <a16:creationId xmlns:a16="http://schemas.microsoft.com/office/drawing/2014/main" id="{AEC8A36D-56C8-4465-B2A5-31B91E5645AB}"/>
              </a:ext>
            </a:extLst>
          </p:cNvPr>
          <p:cNvSpPr txBox="1"/>
          <p:nvPr/>
        </p:nvSpPr>
        <p:spPr bwMode="auto">
          <a:xfrm>
            <a:off x="7413625" y="3014663"/>
            <a:ext cx="477838" cy="234950"/>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en-US" b="1" kern="0" dirty="0">
                <a:solidFill>
                  <a:schemeClr val="accent6"/>
                </a:solidFill>
                <a:latin typeface="+mn-lt"/>
                <a:ea typeface="+mn-ea"/>
                <a:cs typeface="+mn-cs"/>
              </a:rPr>
              <a:t>Temp</a:t>
            </a:r>
          </a:p>
        </p:txBody>
      </p:sp>
      <p:sp>
        <p:nvSpPr>
          <p:cNvPr id="45" name="TextBox 44">
            <a:extLst>
              <a:ext uri="{FF2B5EF4-FFF2-40B4-BE49-F238E27FC236}">
                <a16:creationId xmlns:a16="http://schemas.microsoft.com/office/drawing/2014/main" id="{CA7A642F-9CE7-48A6-B61A-84541477466B}"/>
              </a:ext>
            </a:extLst>
          </p:cNvPr>
          <p:cNvSpPr txBox="1"/>
          <p:nvPr/>
        </p:nvSpPr>
        <p:spPr bwMode="auto">
          <a:xfrm>
            <a:off x="7351713" y="3756025"/>
            <a:ext cx="539750" cy="234950"/>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en-US" b="1" kern="0" dirty="0">
                <a:solidFill>
                  <a:schemeClr val="accent4"/>
                </a:solidFill>
                <a:latin typeface="+mn-lt"/>
                <a:ea typeface="+mn-ea"/>
                <a:cs typeface="+mn-cs"/>
              </a:rPr>
              <a:t>Power</a:t>
            </a:r>
          </a:p>
        </p:txBody>
      </p:sp>
      <p:sp>
        <p:nvSpPr>
          <p:cNvPr id="39965" name="Freeform 16">
            <a:extLst>
              <a:ext uri="{FF2B5EF4-FFF2-40B4-BE49-F238E27FC236}">
                <a16:creationId xmlns:a16="http://schemas.microsoft.com/office/drawing/2014/main" id="{2AA46756-3CB2-4E4F-BF91-34A51BC0070F}"/>
              </a:ext>
            </a:extLst>
          </p:cNvPr>
          <p:cNvSpPr>
            <a:spLocks/>
          </p:cNvSpPr>
          <p:nvPr/>
        </p:nvSpPr>
        <p:spPr bwMode="auto">
          <a:xfrm>
            <a:off x="2890838" y="3986161"/>
            <a:ext cx="2736304" cy="450329"/>
          </a:xfrm>
          <a:custGeom>
            <a:avLst/>
            <a:gdLst>
              <a:gd name="T0" fmla="*/ 0 w 5509494"/>
              <a:gd name="T1" fmla="*/ 0 h 1780675"/>
              <a:gd name="T2" fmla="*/ 3303983 w 5509494"/>
              <a:gd name="T3" fmla="*/ 0 h 1780675"/>
              <a:gd name="T4" fmla="*/ 3303983 w 5509494"/>
              <a:gd name="T5" fmla="*/ 286478 h 1780675"/>
              <a:gd name="T6" fmla="*/ 0 w 5509494"/>
              <a:gd name="T7" fmla="*/ 286478 h 1780675"/>
              <a:gd name="T8" fmla="*/ 0 60000 65536"/>
              <a:gd name="T9" fmla="*/ 0 60000 65536"/>
              <a:gd name="T10" fmla="*/ 0 60000 65536"/>
              <a:gd name="T11" fmla="*/ 0 60000 65536"/>
              <a:gd name="T12" fmla="*/ 0 w 5509494"/>
              <a:gd name="T13" fmla="*/ 0 h 1780675"/>
              <a:gd name="T14" fmla="*/ 5509494 w 5509494"/>
              <a:gd name="T15" fmla="*/ 1780675 h 1780675"/>
            </a:gdLst>
            <a:ahLst/>
            <a:cxnLst>
              <a:cxn ang="T8">
                <a:pos x="T0" y="T1"/>
              </a:cxn>
              <a:cxn ang="T9">
                <a:pos x="T2" y="T3"/>
              </a:cxn>
              <a:cxn ang="T10">
                <a:pos x="T4" y="T5"/>
              </a:cxn>
              <a:cxn ang="T11">
                <a:pos x="T6" y="T7"/>
              </a:cxn>
            </a:cxnLst>
            <a:rect l="T12" t="T13" r="T14" b="T15"/>
            <a:pathLst>
              <a:path w="5509494" h="1780675">
                <a:moveTo>
                  <a:pt x="0" y="0"/>
                </a:moveTo>
                <a:lnTo>
                  <a:pt x="5509494" y="0"/>
                </a:lnTo>
                <a:lnTo>
                  <a:pt x="5509494" y="1780675"/>
                </a:lnTo>
                <a:lnTo>
                  <a:pt x="0" y="1780675"/>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Arial" panose="020B0604020202020204" pitchFamily="34" charset="0"/>
                <a:ea typeface="Arial Unicode MS"/>
                <a:cs typeface="Arial Unicode MS"/>
              </a:defRPr>
            </a:lvl1pPr>
            <a:lvl2pPr marL="742950" indent="-285750">
              <a:defRPr sz="1400">
                <a:solidFill>
                  <a:schemeClr val="tx1"/>
                </a:solidFill>
                <a:latin typeface="Arial" panose="020B0604020202020204" pitchFamily="34" charset="0"/>
                <a:ea typeface="Arial Unicode MS"/>
                <a:cs typeface="Arial Unicode MS"/>
              </a:defRPr>
            </a:lvl2pPr>
            <a:lvl3pPr marL="1143000" indent="-228600">
              <a:defRPr sz="1400">
                <a:solidFill>
                  <a:schemeClr val="tx1"/>
                </a:solidFill>
                <a:latin typeface="Arial" panose="020B0604020202020204" pitchFamily="34" charset="0"/>
                <a:ea typeface="Arial Unicode MS"/>
                <a:cs typeface="Arial Unicode MS"/>
              </a:defRPr>
            </a:lvl3pPr>
            <a:lvl4pPr marL="1600200" indent="-228600">
              <a:defRPr sz="1400">
                <a:solidFill>
                  <a:schemeClr val="tx1"/>
                </a:solidFill>
                <a:latin typeface="Arial" panose="020B0604020202020204" pitchFamily="34" charset="0"/>
                <a:ea typeface="Arial Unicode MS"/>
                <a:cs typeface="Arial Unicode MS"/>
              </a:defRPr>
            </a:lvl4pPr>
            <a:lvl5pPr marL="2057400" indent="-228600">
              <a:defRPr sz="1400">
                <a:solidFill>
                  <a:schemeClr val="tx1"/>
                </a:solidFill>
                <a:latin typeface="Arial" panose="020B0604020202020204" pitchFamily="34" charset="0"/>
                <a:ea typeface="Arial Unicode MS"/>
                <a:cs typeface="Arial Unicode MS"/>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eaLnBrk="1" hangingPunct="1">
              <a:buClr>
                <a:srgbClr val="E30034"/>
              </a:buClr>
              <a:buSzPct val="100000"/>
            </a:pPr>
            <a:r>
              <a:rPr lang="en-US" altLang="de-DE" sz="1200" b="1">
                <a:solidFill>
                  <a:srgbClr val="000000"/>
                </a:solidFill>
                <a:ea typeface="Helvetica Neue"/>
                <a:cs typeface="Helvetica Neue"/>
              </a:rPr>
              <a:t>*</a:t>
            </a:r>
            <a:r>
              <a:rPr lang="en-US" altLang="de-DE" sz="1200">
                <a:solidFill>
                  <a:srgbClr val="000000"/>
                </a:solidFill>
                <a:ea typeface="Helvetica Neue"/>
                <a:cs typeface="Helvetica Neue"/>
              </a:rPr>
              <a:t>Depending on cell chemistry, structure,</a:t>
            </a:r>
          </a:p>
          <a:p>
            <a:pPr eaLnBrk="1" hangingPunct="1">
              <a:buClr>
                <a:srgbClr val="E30034"/>
              </a:buClr>
              <a:buSzPct val="100000"/>
            </a:pPr>
            <a:r>
              <a:rPr lang="en-US" altLang="de-DE" sz="1200">
                <a:solidFill>
                  <a:srgbClr val="000000"/>
                </a:solidFill>
                <a:ea typeface="Helvetica Neue"/>
                <a:cs typeface="Helvetica Neue"/>
              </a:rPr>
              <a:t>use case, etc. </a:t>
            </a:r>
          </a:p>
        </p:txBody>
      </p:sp>
      <p:cxnSp>
        <p:nvCxnSpPr>
          <p:cNvPr id="49" name="Straight Connector 48">
            <a:extLst>
              <a:ext uri="{FF2B5EF4-FFF2-40B4-BE49-F238E27FC236}">
                <a16:creationId xmlns:a16="http://schemas.microsoft.com/office/drawing/2014/main" id="{679F544B-DF33-460C-B394-DAC2BFAA8E11}"/>
              </a:ext>
            </a:extLst>
          </p:cNvPr>
          <p:cNvCxnSpPr>
            <a:cxnSpLocks/>
          </p:cNvCxnSpPr>
          <p:nvPr/>
        </p:nvCxnSpPr>
        <p:spPr>
          <a:xfrm>
            <a:off x="6334125" y="1752600"/>
            <a:ext cx="5334000" cy="0"/>
          </a:xfrm>
          <a:prstGeom prst="line">
            <a:avLst/>
          </a:prstGeom>
          <a:ln w="28575" cap="flat" cmpd="sng" algn="ctr">
            <a:solidFill>
              <a:schemeClr val="dk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F14153-CE6B-4350-ABE9-A3B673D3D83D}"/>
              </a:ext>
            </a:extLst>
          </p:cNvPr>
          <p:cNvSpPr/>
          <p:nvPr/>
        </p:nvSpPr>
        <p:spPr bwMode="auto">
          <a:xfrm>
            <a:off x="976668" y="1935163"/>
            <a:ext cx="4043363" cy="4392612"/>
          </a:xfrm>
          <a:prstGeom prst="rect">
            <a:avLst/>
          </a:prstGeom>
          <a:solidFill>
            <a:schemeClr val="tx1">
              <a:lumMod val="10000"/>
              <a:lumOff val="90000"/>
            </a:schemeClr>
          </a:solidFill>
          <a:ln w="9525">
            <a:noFill/>
            <a:miter lim="800000"/>
            <a:headEnd/>
            <a:tailEnd/>
          </a:ln>
        </p:spPr>
        <p:txBody>
          <a:bodyPr lIns="180000" tIns="0" rIns="180000" bIns="0"/>
          <a:lstStyle/>
          <a:p>
            <a:pPr marL="171450" indent="-171450">
              <a:buFontTx/>
              <a:buChar char="-"/>
              <a:defRPr/>
            </a:pPr>
            <a:endParaRPr lang="de-DE" sz="1000" dirty="0">
              <a:latin typeface="+mn-lt"/>
              <a:ea typeface="Verdana" pitchFamily="34" charset="0"/>
              <a:cs typeface="Verdana" pitchFamily="34" charset="0"/>
            </a:endParaRPr>
          </a:p>
          <a:p>
            <a:pPr marL="171450" indent="-171450">
              <a:buFontTx/>
              <a:buChar char="-"/>
              <a:defRPr/>
            </a:pPr>
            <a:endParaRPr lang="de-DE" sz="1000" dirty="0">
              <a:latin typeface="+mn-lt"/>
              <a:ea typeface="Verdana" pitchFamily="34" charset="0"/>
              <a:cs typeface="Verdana" pitchFamily="34" charset="0"/>
            </a:endParaRPr>
          </a:p>
          <a:p>
            <a:pPr marL="171450" indent="-171450">
              <a:buFontTx/>
              <a:buChar char="-"/>
              <a:defRPr/>
            </a:pPr>
            <a:endParaRPr lang="de-DE" sz="1000" dirty="0">
              <a:latin typeface="+mn-lt"/>
              <a:ea typeface="Verdana" pitchFamily="34" charset="0"/>
              <a:cs typeface="Verdana" pitchFamily="34" charset="0"/>
            </a:endParaRPr>
          </a:p>
          <a:p>
            <a:pPr marL="171450" indent="-171450">
              <a:buFontTx/>
              <a:buChar char="-"/>
              <a:defRPr/>
            </a:pPr>
            <a:endParaRPr lang="de-DE" sz="1000" dirty="0">
              <a:latin typeface="+mn-lt"/>
              <a:ea typeface="Verdana" pitchFamily="34" charset="0"/>
              <a:cs typeface="Verdana" pitchFamily="34" charset="0"/>
            </a:endParaRPr>
          </a:p>
        </p:txBody>
      </p:sp>
      <p:sp>
        <p:nvSpPr>
          <p:cNvPr id="35" name="Rectangle 34">
            <a:extLst>
              <a:ext uri="{FF2B5EF4-FFF2-40B4-BE49-F238E27FC236}">
                <a16:creationId xmlns:a16="http://schemas.microsoft.com/office/drawing/2014/main" id="{4A9DD367-22F3-4942-9F24-57AE13F97FF1}"/>
              </a:ext>
            </a:extLst>
          </p:cNvPr>
          <p:cNvSpPr/>
          <p:nvPr/>
        </p:nvSpPr>
        <p:spPr bwMode="auto">
          <a:xfrm>
            <a:off x="1506100" y="2532063"/>
            <a:ext cx="3027363" cy="2870200"/>
          </a:xfrm>
          <a:prstGeom prst="rect">
            <a:avLst/>
          </a:prstGeom>
          <a:solidFill>
            <a:schemeClr val="bg1"/>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38916" name="Title 1">
            <a:extLst>
              <a:ext uri="{FF2B5EF4-FFF2-40B4-BE49-F238E27FC236}">
                <a16:creationId xmlns:a16="http://schemas.microsoft.com/office/drawing/2014/main" id="{6E8B97BC-EE59-40A9-B472-3F9F3B9675D6}"/>
              </a:ext>
            </a:extLst>
          </p:cNvPr>
          <p:cNvSpPr>
            <a:spLocks noGrp="1" noChangeArrowheads="1"/>
          </p:cNvSpPr>
          <p:nvPr>
            <p:ph type="title"/>
          </p:nvPr>
        </p:nvSpPr>
        <p:spPr>
          <a:xfrm>
            <a:off x="334963" y="188913"/>
            <a:ext cx="10225087" cy="719137"/>
          </a:xfrm>
        </p:spPr>
        <p:txBody>
          <a:bodyPr/>
          <a:lstStyle/>
          <a:p>
            <a:r>
              <a:rPr lang="en-US" altLang="de-DE" dirty="0"/>
              <a:t>Using </a:t>
            </a:r>
            <a:r>
              <a:rPr lang="en-US" altLang="de-DE"/>
              <a:t>EIS data from aging </a:t>
            </a:r>
            <a:r>
              <a:rPr lang="en-US" altLang="de-DE" dirty="0"/>
              <a:t>c</a:t>
            </a:r>
            <a:r>
              <a:rPr lang="en-US" altLang="de-DE"/>
              <a:t>ells </a:t>
            </a:r>
            <a:endParaRPr lang="en-US" altLang="de-DE" dirty="0"/>
          </a:p>
        </p:txBody>
      </p:sp>
      <p:sp>
        <p:nvSpPr>
          <p:cNvPr id="8" name="TextBox 7">
            <a:extLst>
              <a:ext uri="{FF2B5EF4-FFF2-40B4-BE49-F238E27FC236}">
                <a16:creationId xmlns:a16="http://schemas.microsoft.com/office/drawing/2014/main" id="{4F1FC73C-9B2E-4EC9-8C27-D4E544CD10A9}"/>
              </a:ext>
            </a:extLst>
          </p:cNvPr>
          <p:cNvSpPr txBox="1"/>
          <p:nvPr/>
        </p:nvSpPr>
        <p:spPr bwMode="auto">
          <a:xfrm>
            <a:off x="1466413" y="1935163"/>
            <a:ext cx="3106737" cy="576263"/>
          </a:xfrm>
          <a:prstGeom prst="flowChartProcess">
            <a:avLst/>
          </a:prstGeom>
          <a:noFill/>
          <a:ln w="9525">
            <a:noFill/>
            <a:miter lim="800000"/>
            <a:headEnd/>
            <a:tailEnd/>
          </a:ln>
          <a:effectLst>
            <a:outerShdw blurRad="63500" sx="102000" sy="102000" algn="ctr" rotWithShape="0">
              <a:prstClr val="black">
                <a:alpha val="40000"/>
              </a:prstClr>
            </a:outerShdw>
          </a:effectLst>
        </p:spPr>
        <p:txBody>
          <a:bodyPr lIns="72000" tIns="72000" rIns="72000" bIns="72000" anchor="ctr">
            <a:spAutoFit/>
          </a:bodyPr>
          <a:lstStyle/>
          <a:p>
            <a:pPr algn="ctr" fontAlgn="auto">
              <a:spcBef>
                <a:spcPts val="0"/>
              </a:spcBef>
              <a:spcAft>
                <a:spcPts val="300"/>
              </a:spcAft>
              <a:buClr>
                <a:schemeClr val="accent1"/>
              </a:buClr>
              <a:defRPr/>
            </a:pPr>
            <a:r>
              <a:rPr lang="en-US" b="1" kern="0">
                <a:ea typeface="Verdana" pitchFamily="34" charset="0"/>
                <a:cs typeface="Arial" panose="020B0604020202020204" pitchFamily="34" charset="0"/>
              </a:rPr>
              <a:t>Characterisation </a:t>
            </a:r>
            <a:r>
              <a:rPr lang="en-US" b="1" kern="0" dirty="0">
                <a:ea typeface="Verdana" pitchFamily="34" charset="0"/>
                <a:cs typeface="Arial" panose="020B0604020202020204" pitchFamily="34" charset="0"/>
              </a:rPr>
              <a:t>of cells </a:t>
            </a:r>
            <a:br>
              <a:rPr lang="en-US" b="1" kern="0" dirty="0">
                <a:ea typeface="Verdana" pitchFamily="34" charset="0"/>
                <a:cs typeface="Arial" panose="020B0604020202020204" pitchFamily="34" charset="0"/>
              </a:rPr>
            </a:br>
            <a:r>
              <a:rPr lang="en-US" b="1" kern="0" dirty="0">
                <a:ea typeface="Verdana" pitchFamily="34" charset="0"/>
                <a:cs typeface="Arial" panose="020B0604020202020204" pitchFamily="34" charset="0"/>
              </a:rPr>
              <a:t>in frequency and time domain</a:t>
            </a:r>
          </a:p>
        </p:txBody>
      </p:sp>
      <p:sp>
        <p:nvSpPr>
          <p:cNvPr id="14" name="Rectangle 13">
            <a:extLst>
              <a:ext uri="{FF2B5EF4-FFF2-40B4-BE49-F238E27FC236}">
                <a16:creationId xmlns:a16="http://schemas.microsoft.com/office/drawing/2014/main" id="{94F7184D-84DF-421E-A6F5-A4222D98A3AC}"/>
              </a:ext>
            </a:extLst>
          </p:cNvPr>
          <p:cNvSpPr/>
          <p:nvPr/>
        </p:nvSpPr>
        <p:spPr bwMode="auto">
          <a:xfrm>
            <a:off x="6803231" y="1968501"/>
            <a:ext cx="4043362" cy="4392612"/>
          </a:xfrm>
          <a:prstGeom prst="rect">
            <a:avLst/>
          </a:prstGeom>
          <a:solidFill>
            <a:schemeClr val="tx1">
              <a:lumMod val="10000"/>
              <a:lumOff val="90000"/>
            </a:schemeClr>
          </a:solidFill>
          <a:ln w="9525">
            <a:noFill/>
            <a:miter lim="800000"/>
            <a:headEnd/>
            <a:tailEnd/>
          </a:ln>
        </p:spPr>
        <p:txBody>
          <a:bodyPr lIns="180000" tIns="0" rIns="180000" bIns="0"/>
          <a:lstStyle/>
          <a:p>
            <a:pPr marL="171450" indent="-171450">
              <a:buFontTx/>
              <a:buChar char="-"/>
              <a:defRPr/>
            </a:pPr>
            <a:endParaRPr lang="de-DE" sz="1000" dirty="0">
              <a:latin typeface="+mn-lt"/>
              <a:ea typeface="Verdana" pitchFamily="34" charset="0"/>
              <a:cs typeface="Verdana" pitchFamily="34" charset="0"/>
            </a:endParaRPr>
          </a:p>
          <a:p>
            <a:pPr marL="171450" indent="-171450">
              <a:buFontTx/>
              <a:buChar char="-"/>
              <a:defRPr/>
            </a:pPr>
            <a:endParaRPr lang="de-DE" sz="1000" dirty="0">
              <a:latin typeface="+mn-lt"/>
              <a:ea typeface="Verdana" pitchFamily="34" charset="0"/>
              <a:cs typeface="Verdana" pitchFamily="34" charset="0"/>
            </a:endParaRPr>
          </a:p>
          <a:p>
            <a:pPr marL="171450" indent="-171450">
              <a:buFontTx/>
              <a:buChar char="-"/>
              <a:defRPr/>
            </a:pPr>
            <a:endParaRPr lang="de-DE" sz="1000" dirty="0">
              <a:latin typeface="+mn-lt"/>
              <a:ea typeface="Verdana" pitchFamily="34" charset="0"/>
              <a:cs typeface="Verdana" pitchFamily="34" charset="0"/>
            </a:endParaRPr>
          </a:p>
          <a:p>
            <a:pPr marL="171450" indent="-171450">
              <a:buFontTx/>
              <a:buChar char="-"/>
              <a:defRPr/>
            </a:pPr>
            <a:endParaRPr lang="de-DE" sz="1000" dirty="0">
              <a:latin typeface="+mn-lt"/>
              <a:ea typeface="Verdana" pitchFamily="34" charset="0"/>
              <a:cs typeface="Verdana" pitchFamily="34" charset="0"/>
            </a:endParaRPr>
          </a:p>
        </p:txBody>
      </p:sp>
      <p:sp>
        <p:nvSpPr>
          <p:cNvPr id="15" name="TextBox 14">
            <a:extLst>
              <a:ext uri="{FF2B5EF4-FFF2-40B4-BE49-F238E27FC236}">
                <a16:creationId xmlns:a16="http://schemas.microsoft.com/office/drawing/2014/main" id="{DC404AC1-3B4B-4FDB-A8C9-BD8434203A02}"/>
              </a:ext>
            </a:extLst>
          </p:cNvPr>
          <p:cNvSpPr txBox="1"/>
          <p:nvPr/>
        </p:nvSpPr>
        <p:spPr bwMode="auto">
          <a:xfrm>
            <a:off x="7595393" y="1947863"/>
            <a:ext cx="2459038" cy="576263"/>
          </a:xfrm>
          <a:prstGeom prst="flowChartProcess">
            <a:avLst/>
          </a:prstGeom>
          <a:noFill/>
          <a:ln w="9525">
            <a:noFill/>
            <a:miter lim="800000"/>
            <a:headEnd/>
            <a:tailEnd/>
          </a:ln>
          <a:effectLst>
            <a:outerShdw blurRad="63500" sx="102000" sy="102000" algn="ctr" rotWithShape="0">
              <a:prstClr val="black">
                <a:alpha val="40000"/>
              </a:prstClr>
            </a:outerShdw>
          </a:effectLst>
        </p:spPr>
        <p:txBody>
          <a:bodyPr lIns="72000" tIns="72000" rIns="72000" bIns="72000" anchor="ctr">
            <a:spAutoFit/>
          </a:bodyPr>
          <a:lstStyle/>
          <a:p>
            <a:pPr algn="ctr" fontAlgn="auto">
              <a:spcBef>
                <a:spcPts val="0"/>
              </a:spcBef>
              <a:spcAft>
                <a:spcPts val="300"/>
              </a:spcAft>
              <a:buClr>
                <a:schemeClr val="accent1"/>
              </a:buClr>
              <a:defRPr/>
            </a:pPr>
            <a:r>
              <a:rPr lang="en-US" b="1" kern="0">
                <a:ea typeface="Verdana" pitchFamily="34" charset="0"/>
                <a:cs typeface="Arial" panose="020B0604020202020204" pitchFamily="34" charset="0"/>
              </a:rPr>
              <a:t>Model parameterisation </a:t>
            </a:r>
            <a:r>
              <a:rPr lang="en-US" b="1" kern="0" dirty="0">
                <a:ea typeface="Verdana" pitchFamily="34" charset="0"/>
                <a:cs typeface="Arial" panose="020B0604020202020204" pitchFamily="34" charset="0"/>
              </a:rPr>
              <a:t>and algorithm development</a:t>
            </a:r>
          </a:p>
        </p:txBody>
      </p:sp>
      <p:sp>
        <p:nvSpPr>
          <p:cNvPr id="25" name="TextBox 24">
            <a:extLst>
              <a:ext uri="{FF2B5EF4-FFF2-40B4-BE49-F238E27FC236}">
                <a16:creationId xmlns:a16="http://schemas.microsoft.com/office/drawing/2014/main" id="{C323131F-CCBE-4619-8219-1D4012EBCC24}"/>
              </a:ext>
            </a:extLst>
          </p:cNvPr>
          <p:cNvSpPr txBox="1"/>
          <p:nvPr/>
        </p:nvSpPr>
        <p:spPr bwMode="auto">
          <a:xfrm>
            <a:off x="334963" y="1409700"/>
            <a:ext cx="11522075" cy="361950"/>
          </a:xfrm>
          <a:prstGeom prst="flowChartProcess">
            <a:avLst/>
          </a:prstGeom>
          <a:solidFill>
            <a:srgbClr val="FFFFFF"/>
          </a:solidFill>
          <a:ln w="9525">
            <a:noFill/>
            <a:miter lim="800000"/>
            <a:headEnd/>
            <a:tailEnd/>
          </a:ln>
          <a:effectLst>
            <a:outerShdw blurRad="63500" algn="ctr" rotWithShape="0">
              <a:prstClr val="black">
                <a:alpha val="40000"/>
              </a:prstClr>
            </a:outerShdw>
          </a:effectLst>
        </p:spPr>
        <p:txBody>
          <a:bodyPr lIns="72000" tIns="72000" rIns="72000" bIns="72000" anchor="ctr">
            <a:spAutoFit/>
          </a:bodyPr>
          <a:lstStyle/>
          <a:p>
            <a:pPr algn="ctr" fontAlgn="auto">
              <a:spcBef>
                <a:spcPts val="0"/>
              </a:spcBef>
              <a:spcAft>
                <a:spcPts val="300"/>
              </a:spcAft>
              <a:buClr>
                <a:schemeClr val="accent1"/>
              </a:buClr>
              <a:defRPr/>
            </a:pPr>
            <a:r>
              <a:rPr lang="en-US" b="1" kern="0" dirty="0">
                <a:solidFill>
                  <a:schemeClr val="accent1"/>
                </a:solidFill>
                <a:ea typeface="Verdana" pitchFamily="34" charset="0"/>
                <a:cs typeface="Arial" panose="020B0604020202020204" pitchFamily="34" charset="0"/>
              </a:rPr>
              <a:t>From aging data to model…</a:t>
            </a:r>
            <a:endParaRPr lang="en-US" kern="0" dirty="0">
              <a:solidFill>
                <a:schemeClr val="accent1"/>
              </a:solidFill>
              <a:ea typeface="Verdana" pitchFamily="34" charset="0"/>
              <a:cs typeface="Arial" panose="020B0604020202020204" pitchFamily="34" charset="0"/>
            </a:endParaRPr>
          </a:p>
        </p:txBody>
      </p:sp>
      <p:pic>
        <p:nvPicPr>
          <p:cNvPr id="26" name="Graphic 25" descr="Fast Forward with solid fill">
            <a:extLst>
              <a:ext uri="{FF2B5EF4-FFF2-40B4-BE49-F238E27FC236}">
                <a16:creationId xmlns:a16="http://schemas.microsoft.com/office/drawing/2014/main" id="{ADA24346-7446-47CA-868C-57852C31FD02}"/>
              </a:ext>
            </a:extLst>
          </p:cNvPr>
          <p:cNvPicPr>
            <a:picLocks noChangeAspect="1"/>
          </p:cNvPicPr>
          <p:nvPr/>
        </p:nvPicPr>
        <p:blipFill>
          <a:blip r:embed="rId2" cstate="email"/>
          <a:stretch>
            <a:fillRect/>
          </a:stretch>
        </p:blipFill>
        <p:spPr>
          <a:xfrm>
            <a:off x="4148138" y="1447800"/>
            <a:ext cx="285750" cy="285750"/>
          </a:xfrm>
          <a:prstGeom prst="rect">
            <a:avLst/>
          </a:prstGeom>
        </p:spPr>
      </p:pic>
      <p:pic>
        <p:nvPicPr>
          <p:cNvPr id="27" name="Graphic 26" descr="Fast Forward with solid fill">
            <a:extLst>
              <a:ext uri="{FF2B5EF4-FFF2-40B4-BE49-F238E27FC236}">
                <a16:creationId xmlns:a16="http://schemas.microsoft.com/office/drawing/2014/main" id="{9F670483-0073-40E2-A6AF-94C05F0F18DD}"/>
              </a:ext>
            </a:extLst>
          </p:cNvPr>
          <p:cNvPicPr>
            <a:picLocks noChangeAspect="1"/>
          </p:cNvPicPr>
          <p:nvPr/>
        </p:nvPicPr>
        <p:blipFill>
          <a:blip r:embed="rId2" cstate="email"/>
          <a:stretch>
            <a:fillRect/>
          </a:stretch>
        </p:blipFill>
        <p:spPr>
          <a:xfrm>
            <a:off x="7751763" y="1447800"/>
            <a:ext cx="285750" cy="285750"/>
          </a:xfrm>
          <a:prstGeom prst="rect">
            <a:avLst/>
          </a:prstGeom>
        </p:spPr>
      </p:pic>
      <p:pic>
        <p:nvPicPr>
          <p:cNvPr id="29" name="Graphic 28">
            <a:extLst>
              <a:ext uri="{FF2B5EF4-FFF2-40B4-BE49-F238E27FC236}">
                <a16:creationId xmlns:a16="http://schemas.microsoft.com/office/drawing/2014/main" id="{9DBDF8A6-4C97-40CA-ACDC-9FE830B96771}"/>
              </a:ext>
            </a:extLst>
          </p:cNvPr>
          <p:cNvPicPr>
            <a:picLocks noChangeAspect="1"/>
          </p:cNvPicPr>
          <p:nvPr/>
        </p:nvPicPr>
        <p:blipFill rotWithShape="1">
          <a:blip r:embed="rId3" cstate="email"/>
          <a:srcRect l="50751" t="21524" r="8159" b="43301"/>
          <a:stretch/>
        </p:blipFill>
        <p:spPr>
          <a:xfrm>
            <a:off x="1639450" y="2852738"/>
            <a:ext cx="2717800" cy="1517650"/>
          </a:xfrm>
          <a:prstGeom prst="rect">
            <a:avLst/>
          </a:prstGeom>
        </p:spPr>
      </p:pic>
      <p:pic>
        <p:nvPicPr>
          <p:cNvPr id="30" name="Graphic 29">
            <a:extLst>
              <a:ext uri="{FF2B5EF4-FFF2-40B4-BE49-F238E27FC236}">
                <a16:creationId xmlns:a16="http://schemas.microsoft.com/office/drawing/2014/main" id="{3C7FEA94-BA47-4A7C-A180-A4B3B9F79726}"/>
              </a:ext>
            </a:extLst>
          </p:cNvPr>
          <p:cNvPicPr>
            <a:picLocks noChangeAspect="1"/>
          </p:cNvPicPr>
          <p:nvPr/>
        </p:nvPicPr>
        <p:blipFill rotWithShape="1">
          <a:blip r:embed="rId3" cstate="email"/>
          <a:srcRect l="40502" t="11952" r="12585" b="78598"/>
          <a:stretch/>
        </p:blipFill>
        <p:spPr>
          <a:xfrm>
            <a:off x="1804550" y="2549526"/>
            <a:ext cx="2466975" cy="323850"/>
          </a:xfrm>
          <a:prstGeom prst="rect">
            <a:avLst/>
          </a:prstGeom>
        </p:spPr>
      </p:pic>
      <p:pic>
        <p:nvPicPr>
          <p:cNvPr id="38" name="Graphic 37">
            <a:extLst>
              <a:ext uri="{FF2B5EF4-FFF2-40B4-BE49-F238E27FC236}">
                <a16:creationId xmlns:a16="http://schemas.microsoft.com/office/drawing/2014/main" id="{170967CC-FC97-43BD-9F03-F7B2367FB676}"/>
              </a:ext>
            </a:extLst>
          </p:cNvPr>
          <p:cNvPicPr>
            <a:picLocks noChangeAspect="1"/>
          </p:cNvPicPr>
          <p:nvPr/>
        </p:nvPicPr>
        <p:blipFill rotWithShape="1">
          <a:blip r:embed="rId4" cstate="email"/>
          <a:srcRect r="65419" b="50328"/>
          <a:stretch/>
        </p:blipFill>
        <p:spPr>
          <a:xfrm>
            <a:off x="1796613" y="4421188"/>
            <a:ext cx="1106487" cy="957263"/>
          </a:xfrm>
          <a:prstGeom prst="rect">
            <a:avLst/>
          </a:prstGeom>
        </p:spPr>
      </p:pic>
      <p:pic>
        <p:nvPicPr>
          <p:cNvPr id="39" name="Graphic 38">
            <a:extLst>
              <a:ext uri="{FF2B5EF4-FFF2-40B4-BE49-F238E27FC236}">
                <a16:creationId xmlns:a16="http://schemas.microsoft.com/office/drawing/2014/main" id="{F44B6FAE-5C08-4A6C-8510-5DC5021AC6FD}"/>
              </a:ext>
            </a:extLst>
          </p:cNvPr>
          <p:cNvPicPr>
            <a:picLocks noChangeAspect="1"/>
          </p:cNvPicPr>
          <p:nvPr/>
        </p:nvPicPr>
        <p:blipFill rotWithShape="1">
          <a:blip r:embed="rId4" cstate="email"/>
          <a:srcRect l="-1054" t="49202" r="65296" b="-1925"/>
          <a:stretch/>
        </p:blipFill>
        <p:spPr>
          <a:xfrm>
            <a:off x="3014225" y="4383088"/>
            <a:ext cx="1144588" cy="1014413"/>
          </a:xfrm>
          <a:prstGeom prst="rect">
            <a:avLst/>
          </a:prstGeom>
        </p:spPr>
      </p:pic>
      <p:sp>
        <p:nvSpPr>
          <p:cNvPr id="43" name="Rectangle 42">
            <a:extLst>
              <a:ext uri="{FF2B5EF4-FFF2-40B4-BE49-F238E27FC236}">
                <a16:creationId xmlns:a16="http://schemas.microsoft.com/office/drawing/2014/main" id="{142B0570-6C71-4115-864C-B8F01AC52264}"/>
              </a:ext>
            </a:extLst>
          </p:cNvPr>
          <p:cNvSpPr/>
          <p:nvPr/>
        </p:nvSpPr>
        <p:spPr bwMode="auto">
          <a:xfrm>
            <a:off x="7311231" y="2544763"/>
            <a:ext cx="3027362" cy="2870200"/>
          </a:xfrm>
          <a:prstGeom prst="rect">
            <a:avLst/>
          </a:prstGeom>
          <a:solidFill>
            <a:schemeClr val="bg1"/>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pic>
        <p:nvPicPr>
          <p:cNvPr id="42" name="Graphic 41">
            <a:extLst>
              <a:ext uri="{FF2B5EF4-FFF2-40B4-BE49-F238E27FC236}">
                <a16:creationId xmlns:a16="http://schemas.microsoft.com/office/drawing/2014/main" id="{4015CE43-8463-4494-AA28-7F20048813C1}"/>
              </a:ext>
            </a:extLst>
          </p:cNvPr>
          <p:cNvPicPr>
            <a:picLocks noChangeAspect="1"/>
          </p:cNvPicPr>
          <p:nvPr/>
        </p:nvPicPr>
        <p:blipFill rotWithShape="1">
          <a:blip r:embed="rId5" cstate="email"/>
          <a:srcRect l="3171" t="11461" r="6961" b="58208"/>
          <a:stretch/>
        </p:blipFill>
        <p:spPr>
          <a:xfrm>
            <a:off x="7379493" y="2784476"/>
            <a:ext cx="2824163" cy="844550"/>
          </a:xfrm>
          <a:prstGeom prst="rect">
            <a:avLst/>
          </a:prstGeom>
        </p:spPr>
      </p:pic>
      <p:pic>
        <p:nvPicPr>
          <p:cNvPr id="38932" name="Picture 44">
            <a:extLst>
              <a:ext uri="{FF2B5EF4-FFF2-40B4-BE49-F238E27FC236}">
                <a16:creationId xmlns:a16="http://schemas.microsoft.com/office/drawing/2014/main" id="{55C2BE5F-7C35-4AE8-B873-1D04B8100C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00143" y="3694113"/>
            <a:ext cx="2690813"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Speech Bubble: Rectangle 45">
            <a:extLst>
              <a:ext uri="{FF2B5EF4-FFF2-40B4-BE49-F238E27FC236}">
                <a16:creationId xmlns:a16="http://schemas.microsoft.com/office/drawing/2014/main" id="{8D4797C3-68F7-4CC1-94DC-54877A7C4675}"/>
              </a:ext>
            </a:extLst>
          </p:cNvPr>
          <p:cNvSpPr/>
          <p:nvPr/>
        </p:nvSpPr>
        <p:spPr bwMode="auto">
          <a:xfrm>
            <a:off x="8417718" y="3260726"/>
            <a:ext cx="1636713" cy="215900"/>
          </a:xfrm>
          <a:prstGeom prst="wedgeRectCallout">
            <a:avLst>
              <a:gd name="adj1" fmla="val 1966"/>
              <a:gd name="adj2" fmla="val -113920"/>
            </a:avLst>
          </a:prstGeom>
          <a:solidFill>
            <a:schemeClr val="accent4">
              <a:lumMod val="40000"/>
              <a:lumOff val="60000"/>
            </a:schemeClr>
          </a:solidFill>
          <a:ln w="6350">
            <a:solidFill>
              <a:schemeClr val="tx1"/>
            </a:solidFill>
            <a:miter lim="800000"/>
            <a:headEnd/>
            <a:tailEnd/>
          </a:ln>
        </p:spPr>
        <p:txBody>
          <a:bodyPr lIns="72000" tIns="0" rIns="72000" bIns="0" anchor="ctr"/>
          <a:lstStyle/>
          <a:p>
            <a:pPr algn="just">
              <a:defRPr/>
            </a:pPr>
            <a:r>
              <a:rPr lang="en-US" sz="600" i="1" dirty="0">
                <a:latin typeface="+mn-lt"/>
                <a:ea typeface="Verdana" pitchFamily="34" charset="0"/>
                <a:cs typeface="Verdana" pitchFamily="34" charset="0"/>
              </a:rPr>
              <a:t>Measured vs. simulated CC/CV charge profiles to validate electrochemical model</a:t>
            </a:r>
          </a:p>
        </p:txBody>
      </p:sp>
      <p:sp>
        <p:nvSpPr>
          <p:cNvPr id="47" name="Speech Bubble: Rectangle 46">
            <a:extLst>
              <a:ext uri="{FF2B5EF4-FFF2-40B4-BE49-F238E27FC236}">
                <a16:creationId xmlns:a16="http://schemas.microsoft.com/office/drawing/2014/main" id="{AED47BFC-42EF-4848-B093-90EFD1FED7AD}"/>
              </a:ext>
            </a:extLst>
          </p:cNvPr>
          <p:cNvSpPr/>
          <p:nvPr/>
        </p:nvSpPr>
        <p:spPr bwMode="auto">
          <a:xfrm>
            <a:off x="7719218" y="4776788"/>
            <a:ext cx="1603375" cy="217488"/>
          </a:xfrm>
          <a:prstGeom prst="wedgeRectCallout">
            <a:avLst>
              <a:gd name="adj1" fmla="val 74"/>
              <a:gd name="adj2" fmla="val -98555"/>
            </a:avLst>
          </a:prstGeom>
          <a:solidFill>
            <a:schemeClr val="accent4">
              <a:lumMod val="40000"/>
              <a:lumOff val="60000"/>
            </a:schemeClr>
          </a:solidFill>
          <a:ln w="6350">
            <a:solidFill>
              <a:schemeClr val="tx1"/>
            </a:solidFill>
            <a:miter lim="800000"/>
            <a:headEnd/>
            <a:tailEnd/>
          </a:ln>
        </p:spPr>
        <p:txBody>
          <a:bodyPr lIns="72000" tIns="0" rIns="72000" bIns="0" anchor="ctr"/>
          <a:lstStyle/>
          <a:p>
            <a:pPr algn="just">
              <a:defRPr/>
            </a:pPr>
            <a:r>
              <a:rPr lang="en-US" sz="600" i="1" dirty="0">
                <a:latin typeface="+mn-lt"/>
                <a:ea typeface="Verdana" pitchFamily="34" charset="0"/>
                <a:cs typeface="Verdana" pitchFamily="34" charset="0"/>
              </a:rPr>
              <a:t>Detection of safety critical lithium plating side reaction with EIS</a:t>
            </a:r>
          </a:p>
        </p:txBody>
      </p:sp>
      <p:sp>
        <p:nvSpPr>
          <p:cNvPr id="48" name="Speech Bubble: Rectangle 47">
            <a:extLst>
              <a:ext uri="{FF2B5EF4-FFF2-40B4-BE49-F238E27FC236}">
                <a16:creationId xmlns:a16="http://schemas.microsoft.com/office/drawing/2014/main" id="{640D0BDB-8101-4E79-AFC1-611FA7F7F184}"/>
              </a:ext>
            </a:extLst>
          </p:cNvPr>
          <p:cNvSpPr/>
          <p:nvPr/>
        </p:nvSpPr>
        <p:spPr bwMode="auto">
          <a:xfrm>
            <a:off x="2580838" y="3963988"/>
            <a:ext cx="1603375" cy="215900"/>
          </a:xfrm>
          <a:prstGeom prst="wedgeRectCallout">
            <a:avLst>
              <a:gd name="adj1" fmla="val 3440"/>
              <a:gd name="adj2" fmla="val -149770"/>
            </a:avLst>
          </a:prstGeom>
          <a:solidFill>
            <a:schemeClr val="accent4">
              <a:lumMod val="40000"/>
              <a:lumOff val="60000"/>
            </a:schemeClr>
          </a:solidFill>
          <a:ln w="6350">
            <a:solidFill>
              <a:schemeClr val="tx1"/>
            </a:solidFill>
            <a:miter lim="800000"/>
            <a:headEnd/>
            <a:tailEnd/>
          </a:ln>
        </p:spPr>
        <p:txBody>
          <a:bodyPr lIns="72000" tIns="0" rIns="72000" bIns="0" anchor="ctr"/>
          <a:lstStyle/>
          <a:p>
            <a:pPr algn="just">
              <a:defRPr/>
            </a:pPr>
            <a:r>
              <a:rPr lang="en-US" sz="600" i="1" dirty="0">
                <a:latin typeface="+mn-lt"/>
                <a:ea typeface="Verdana" pitchFamily="34" charset="0"/>
                <a:cs typeface="Verdana" pitchFamily="34" charset="0"/>
              </a:rPr>
              <a:t>Cycling aging tests with EIS meas. during reference performance tests (RPTs)</a:t>
            </a:r>
          </a:p>
        </p:txBody>
      </p:sp>
      <p:sp>
        <p:nvSpPr>
          <p:cNvPr id="49" name="TextBox 48">
            <a:extLst>
              <a:ext uri="{FF2B5EF4-FFF2-40B4-BE49-F238E27FC236}">
                <a16:creationId xmlns:a16="http://schemas.microsoft.com/office/drawing/2014/main" id="{93EE0872-C958-4715-BB90-FE08885F9E1F}"/>
              </a:ext>
            </a:extLst>
          </p:cNvPr>
          <p:cNvSpPr txBox="1"/>
          <p:nvPr/>
        </p:nvSpPr>
        <p:spPr bwMode="auto">
          <a:xfrm>
            <a:off x="1501338" y="5529263"/>
            <a:ext cx="3027362" cy="307777"/>
          </a:xfrm>
          <a:prstGeom prst="rect">
            <a:avLst/>
          </a:prstGeom>
          <a:noFill/>
          <a:ln w="9525">
            <a:noFill/>
            <a:miter lim="800000"/>
            <a:headEnd/>
            <a:tailEnd/>
          </a:ln>
          <a:effectLst/>
        </p:spPr>
        <p:txBody>
          <a:bodyPr lIns="0" tIns="0" rIns="0" bIns="0">
            <a:spAutoFit/>
          </a:bodyPr>
          <a:lstStyle/>
          <a:p>
            <a:pPr marL="177800" indent="-177800" defTabSz="576000" fontAlgn="auto">
              <a:spcBef>
                <a:spcPts val="0"/>
              </a:spcBef>
              <a:spcAft>
                <a:spcPts val="600"/>
              </a:spcAft>
              <a:buFont typeface="Arial" panose="020B0604020202020204" pitchFamily="34" charset="0"/>
              <a:buChar char="•"/>
              <a:defRPr/>
            </a:pPr>
            <a:r>
              <a:rPr lang="en-US" sz="1000" b="1" kern="0" dirty="0">
                <a:latin typeface="+mn-lt"/>
                <a:ea typeface="+mn-ea"/>
                <a:cs typeface="+mn-cs"/>
              </a:rPr>
              <a:t>Aging tests </a:t>
            </a:r>
            <a:r>
              <a:rPr lang="en-US" sz="1000" kern="0" dirty="0">
                <a:latin typeface="+mn-lt"/>
                <a:ea typeface="+mn-ea"/>
                <a:cs typeface="+mn-cs"/>
              </a:rPr>
              <a:t>on NMC </a:t>
            </a:r>
            <a:r>
              <a:rPr lang="en-US" sz="1000" kern="0">
                <a:latin typeface="+mn-lt"/>
                <a:ea typeface="+mn-ea"/>
                <a:cs typeface="+mn-cs"/>
              </a:rPr>
              <a:t>cells aim </a:t>
            </a:r>
            <a:r>
              <a:rPr lang="en-US" sz="1000" kern="0" dirty="0">
                <a:latin typeface="+mn-lt"/>
                <a:ea typeface="+mn-ea"/>
                <a:cs typeface="+mn-cs"/>
              </a:rPr>
              <a:t>to identify aging-sensitive cell </a:t>
            </a:r>
            <a:r>
              <a:rPr lang="en-US" sz="1000" kern="0">
                <a:latin typeface="+mn-lt"/>
                <a:ea typeface="+mn-ea"/>
                <a:cs typeface="+mn-cs"/>
              </a:rPr>
              <a:t>parameters </a:t>
            </a:r>
            <a:r>
              <a:rPr lang="en-US" sz="1000" kern="0">
                <a:latin typeface="+mn-lt"/>
              </a:rPr>
              <a:t>via</a:t>
            </a:r>
            <a:r>
              <a:rPr lang="en-US" sz="1000" kern="0">
                <a:latin typeface="+mn-lt"/>
                <a:ea typeface="+mn-ea"/>
                <a:cs typeface="+mn-cs"/>
              </a:rPr>
              <a:t> EIS.</a:t>
            </a:r>
            <a:endParaRPr lang="en-US" sz="1000" kern="0" dirty="0">
              <a:latin typeface="+mn-lt"/>
              <a:ea typeface="+mn-ea"/>
              <a:cs typeface="+mn-cs"/>
            </a:endParaRPr>
          </a:p>
        </p:txBody>
      </p:sp>
      <p:sp>
        <p:nvSpPr>
          <p:cNvPr id="51" name="TextBox 50">
            <a:extLst>
              <a:ext uri="{FF2B5EF4-FFF2-40B4-BE49-F238E27FC236}">
                <a16:creationId xmlns:a16="http://schemas.microsoft.com/office/drawing/2014/main" id="{66BD0012-70D0-4A15-8F53-6A17DA25E1FE}"/>
              </a:ext>
            </a:extLst>
          </p:cNvPr>
          <p:cNvSpPr txBox="1"/>
          <p:nvPr/>
        </p:nvSpPr>
        <p:spPr bwMode="auto">
          <a:xfrm>
            <a:off x="7312818" y="5543551"/>
            <a:ext cx="3103662" cy="384721"/>
          </a:xfrm>
          <a:prstGeom prst="rect">
            <a:avLst/>
          </a:prstGeom>
          <a:noFill/>
          <a:ln w="9525">
            <a:noFill/>
            <a:miter lim="800000"/>
            <a:headEnd/>
            <a:tailEnd/>
          </a:ln>
          <a:effectLst/>
        </p:spPr>
        <p:txBody>
          <a:bodyPr wrap="square" lIns="0" tIns="0" rIns="0" bIns="0">
            <a:spAutoFit/>
          </a:bodyPr>
          <a:lstStyle/>
          <a:p>
            <a:pPr marL="177800" indent="-177800" defTabSz="576000" fontAlgn="auto">
              <a:spcBef>
                <a:spcPts val="0"/>
              </a:spcBef>
              <a:spcAft>
                <a:spcPts val="600"/>
              </a:spcAft>
              <a:buFont typeface="Arial" panose="020B0604020202020204" pitchFamily="34" charset="0"/>
              <a:buChar char="•"/>
              <a:defRPr/>
            </a:pPr>
            <a:r>
              <a:rPr lang="en-US" sz="1000" b="1" kern="0" dirty="0">
                <a:latin typeface="+mn-lt"/>
                <a:ea typeface="+mn-ea"/>
                <a:cs typeface="+mn-cs"/>
              </a:rPr>
              <a:t>Validation</a:t>
            </a:r>
            <a:r>
              <a:rPr lang="en-US" sz="1000" kern="0" dirty="0">
                <a:latin typeface="+mn-lt"/>
                <a:ea typeface="+mn-ea"/>
                <a:cs typeface="+mn-cs"/>
              </a:rPr>
              <a:t> of </a:t>
            </a:r>
            <a:r>
              <a:rPr lang="en-US" sz="1000" kern="0">
                <a:latin typeface="+mn-lt"/>
                <a:ea typeface="+mn-ea"/>
                <a:cs typeface="+mn-cs"/>
              </a:rPr>
              <a:t>a real-time </a:t>
            </a:r>
            <a:r>
              <a:rPr lang="en-US" sz="1000" b="1" kern="0">
                <a:latin typeface="+mn-lt"/>
                <a:ea typeface="+mn-ea"/>
                <a:cs typeface="+mn-cs"/>
              </a:rPr>
              <a:t>model</a:t>
            </a:r>
            <a:r>
              <a:rPr lang="en-US" sz="1000" kern="0">
                <a:latin typeface="+mn-lt"/>
                <a:ea typeface="+mn-ea"/>
                <a:cs typeface="+mn-cs"/>
              </a:rPr>
              <a:t> </a:t>
            </a:r>
            <a:r>
              <a:rPr lang="en-US" sz="1000" kern="0" dirty="0">
                <a:latin typeface="+mn-lt"/>
                <a:ea typeface="+mn-ea"/>
                <a:cs typeface="+mn-cs"/>
              </a:rPr>
              <a:t>running </a:t>
            </a:r>
            <a:r>
              <a:rPr lang="en-US" sz="1000" kern="0">
                <a:latin typeface="+mn-lt"/>
                <a:ea typeface="+mn-ea"/>
                <a:cs typeface="+mn-cs"/>
              </a:rPr>
              <a:t>on AURIX.</a:t>
            </a:r>
            <a:endParaRPr lang="en-US" sz="1000" kern="0" dirty="0">
              <a:latin typeface="+mn-lt"/>
              <a:ea typeface="+mn-ea"/>
              <a:cs typeface="+mn-cs"/>
            </a:endParaRPr>
          </a:p>
          <a:p>
            <a:pPr marL="177800" indent="-177800" defTabSz="576000" fontAlgn="auto">
              <a:spcBef>
                <a:spcPts val="0"/>
              </a:spcBef>
              <a:spcAft>
                <a:spcPts val="600"/>
              </a:spcAft>
              <a:buFont typeface="Arial" panose="020B0604020202020204" pitchFamily="34" charset="0"/>
              <a:buChar char="•"/>
              <a:defRPr/>
            </a:pPr>
            <a:r>
              <a:rPr lang="en-US" sz="1000" b="1" kern="0">
                <a:latin typeface="+mn-lt"/>
                <a:ea typeface="+mn-ea"/>
                <a:cs typeface="+mn-cs"/>
              </a:rPr>
              <a:t>Detection </a:t>
            </a:r>
            <a:r>
              <a:rPr lang="en-US" sz="1000" kern="0">
                <a:latin typeface="+mn-lt"/>
                <a:ea typeface="+mn-ea"/>
                <a:cs typeface="+mn-cs"/>
              </a:rPr>
              <a:t>of</a:t>
            </a:r>
            <a:r>
              <a:rPr lang="en-US" sz="1000" b="1" kern="0">
                <a:latin typeface="+mn-lt"/>
              </a:rPr>
              <a:t> </a:t>
            </a:r>
            <a:r>
              <a:rPr lang="en-US" sz="1000" b="1" kern="0">
                <a:latin typeface="+mn-lt"/>
                <a:ea typeface="+mn-ea"/>
                <a:cs typeface="+mn-cs"/>
              </a:rPr>
              <a:t>lithium </a:t>
            </a:r>
            <a:r>
              <a:rPr lang="en-US" sz="1000" b="1" kern="0" dirty="0">
                <a:latin typeface="+mn-lt"/>
                <a:ea typeface="+mn-ea"/>
                <a:cs typeface="+mn-cs"/>
              </a:rPr>
              <a:t>plating </a:t>
            </a:r>
            <a:r>
              <a:rPr lang="en-US" sz="1000" kern="0">
                <a:latin typeface="+mn-lt"/>
                <a:ea typeface="+mn-ea"/>
                <a:cs typeface="+mn-cs"/>
              </a:rPr>
              <a:t>using EIS.</a:t>
            </a:r>
            <a:endParaRPr lang="en-US" sz="1000" kern="0" dirty="0">
              <a:latin typeface="+mn-lt"/>
              <a:ea typeface="+mn-ea"/>
              <a:cs typeface="+mn-cs"/>
            </a:endParaRPr>
          </a:p>
        </p:txBody>
      </p:sp>
      <p:sp>
        <p:nvSpPr>
          <p:cNvPr id="2" name="Arrow: Right 1">
            <a:extLst>
              <a:ext uri="{FF2B5EF4-FFF2-40B4-BE49-F238E27FC236}">
                <a16:creationId xmlns:a16="http://schemas.microsoft.com/office/drawing/2014/main" id="{38E31EC7-EBCF-0919-043B-1BCE4E848669}"/>
              </a:ext>
            </a:extLst>
          </p:cNvPr>
          <p:cNvSpPr/>
          <p:nvPr/>
        </p:nvSpPr>
        <p:spPr bwMode="auto">
          <a:xfrm>
            <a:off x="5369513" y="3603938"/>
            <a:ext cx="1158643" cy="936000"/>
          </a:xfrm>
          <a:prstGeom prst="rightArrow">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SG" sz="1600" baseline="0" dirty="0">
              <a:solidFill>
                <a:schemeClr val="bg1"/>
              </a:solidFill>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Rectangle 308">
            <a:extLst>
              <a:ext uri="{FF2B5EF4-FFF2-40B4-BE49-F238E27FC236}">
                <a16:creationId xmlns:a16="http://schemas.microsoft.com/office/drawing/2014/main" id="{1C55CF37-EC00-4256-AEF0-829CFC9C4B69}"/>
              </a:ext>
            </a:extLst>
          </p:cNvPr>
          <p:cNvSpPr/>
          <p:nvPr/>
        </p:nvSpPr>
        <p:spPr bwMode="auto">
          <a:xfrm>
            <a:off x="328613" y="1052513"/>
            <a:ext cx="6229350" cy="3889375"/>
          </a:xfrm>
          <a:prstGeom prst="rect">
            <a:avLst/>
          </a:prstGeom>
          <a:solidFill>
            <a:schemeClr val="bg1"/>
          </a:solidFill>
          <a:ln w="9525">
            <a:solidFill>
              <a:schemeClr val="accent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310" name="Rectangle 309">
            <a:extLst>
              <a:ext uri="{FF2B5EF4-FFF2-40B4-BE49-F238E27FC236}">
                <a16:creationId xmlns:a16="http://schemas.microsoft.com/office/drawing/2014/main" id="{0777F97C-15A4-4AE3-9B0C-B544F8A368D0}"/>
              </a:ext>
            </a:extLst>
          </p:cNvPr>
          <p:cNvSpPr/>
          <p:nvPr/>
        </p:nvSpPr>
        <p:spPr bwMode="auto">
          <a:xfrm>
            <a:off x="328613" y="1052513"/>
            <a:ext cx="6229350" cy="444500"/>
          </a:xfrm>
          <a:prstGeom prst="rect">
            <a:avLst/>
          </a:prstGeom>
          <a:solidFill>
            <a:schemeClr val="accent1"/>
          </a:solidFill>
          <a:ln w="9525">
            <a:solidFill>
              <a:schemeClr val="accent1"/>
            </a:solidFill>
            <a:miter lim="800000"/>
            <a:headEnd/>
            <a:tailEnd/>
          </a:ln>
        </p:spPr>
        <p:txBody>
          <a:bodyPr lIns="72000" tIns="72000" rIns="72000" bIns="72000" anchor="ctr"/>
          <a:lstStyle/>
          <a:p>
            <a:pPr algn="ctr" defTabSz="576000">
              <a:lnSpc>
                <a:spcPct val="120000"/>
              </a:lnSpc>
              <a:defRPr/>
            </a:pPr>
            <a:r>
              <a:rPr lang="de-DE" sz="2000" b="1">
                <a:solidFill>
                  <a:schemeClr val="bg1"/>
                </a:solidFill>
                <a:latin typeface="+mn-lt"/>
                <a:ea typeface="+mn-ea"/>
                <a:cs typeface="+mn-cs"/>
              </a:rPr>
              <a:t>Pack-Level </a:t>
            </a:r>
            <a:r>
              <a:rPr lang="de-DE" sz="2000" b="1" dirty="0">
                <a:solidFill>
                  <a:schemeClr val="bg1"/>
                </a:solidFill>
                <a:latin typeface="+mn-lt"/>
                <a:ea typeface="+mn-ea"/>
                <a:cs typeface="+mn-cs"/>
              </a:rPr>
              <a:t>EIS</a:t>
            </a:r>
          </a:p>
        </p:txBody>
      </p:sp>
      <p:sp>
        <p:nvSpPr>
          <p:cNvPr id="41988" name="Title 1">
            <a:extLst>
              <a:ext uri="{FF2B5EF4-FFF2-40B4-BE49-F238E27FC236}">
                <a16:creationId xmlns:a16="http://schemas.microsoft.com/office/drawing/2014/main" id="{BB4E9C09-8FF1-4F42-B7DC-888CA1ADA116}"/>
              </a:ext>
            </a:extLst>
          </p:cNvPr>
          <p:cNvSpPr>
            <a:spLocks noGrp="1" noChangeArrowheads="1"/>
          </p:cNvSpPr>
          <p:nvPr>
            <p:ph type="title"/>
          </p:nvPr>
        </p:nvSpPr>
        <p:spPr>
          <a:xfrm>
            <a:off x="335360" y="188720"/>
            <a:ext cx="9613068" cy="556331"/>
          </a:xfrm>
        </p:spPr>
        <p:txBody>
          <a:bodyPr/>
          <a:lstStyle/>
          <a:p>
            <a:r>
              <a:rPr lang="de-DE" altLang="de-DE" dirty="0"/>
              <a:t>Types of EIS in </a:t>
            </a:r>
            <a:r>
              <a:rPr lang="de-DE" altLang="de-DE"/>
              <a:t>HV batteries </a:t>
            </a:r>
            <a:r>
              <a:rPr lang="de-DE" altLang="de-DE" dirty="0"/>
              <a:t>and </a:t>
            </a:r>
            <a:r>
              <a:rPr lang="de-DE" altLang="de-DE"/>
              <a:t>our available </a:t>
            </a:r>
            <a:r>
              <a:rPr lang="de-DE" altLang="de-DE" dirty="0"/>
              <a:t>s</a:t>
            </a:r>
            <a:r>
              <a:rPr lang="de-DE" altLang="de-DE"/>
              <a:t>olutions</a:t>
            </a:r>
            <a:endParaRPr lang="de-DE" altLang="de-DE" dirty="0"/>
          </a:p>
        </p:txBody>
      </p:sp>
      <p:cxnSp>
        <p:nvCxnSpPr>
          <p:cNvPr id="79" name="Straight Connector 78">
            <a:extLst>
              <a:ext uri="{FF2B5EF4-FFF2-40B4-BE49-F238E27FC236}">
                <a16:creationId xmlns:a16="http://schemas.microsoft.com/office/drawing/2014/main" id="{5B14887E-342F-4D41-9C02-215728DCBF5B}"/>
              </a:ext>
            </a:extLst>
          </p:cNvPr>
          <p:cNvCxnSpPr>
            <a:cxnSpLocks/>
            <a:stCxn id="88" idx="1"/>
          </p:cNvCxnSpPr>
          <p:nvPr/>
        </p:nvCxnSpPr>
        <p:spPr>
          <a:xfrm>
            <a:off x="2590800" y="3843338"/>
            <a:ext cx="0" cy="744537"/>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776B064-C563-4BBB-BDDE-37CABA8413A9}"/>
              </a:ext>
            </a:extLst>
          </p:cNvPr>
          <p:cNvCxnSpPr>
            <a:cxnSpLocks/>
            <a:stCxn id="84" idx="1"/>
          </p:cNvCxnSpPr>
          <p:nvPr/>
        </p:nvCxnSpPr>
        <p:spPr>
          <a:xfrm>
            <a:off x="2590800" y="2405063"/>
            <a:ext cx="0" cy="160337"/>
          </a:xfrm>
          <a:prstGeom prst="line">
            <a:avLst/>
          </a:prstGeom>
          <a:ln w="285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1991" name="Rectangle 81">
            <a:extLst>
              <a:ext uri="{FF2B5EF4-FFF2-40B4-BE49-F238E27FC236}">
                <a16:creationId xmlns:a16="http://schemas.microsoft.com/office/drawing/2014/main" id="{9E01E87D-ED8B-48E9-9C34-63C9C453D8BA}"/>
              </a:ext>
            </a:extLst>
          </p:cNvPr>
          <p:cNvSpPr>
            <a:spLocks noChangeArrowheads="1"/>
          </p:cNvSpPr>
          <p:nvPr/>
        </p:nvSpPr>
        <p:spPr bwMode="auto">
          <a:xfrm rot="-5400000">
            <a:off x="2405063" y="4286250"/>
            <a:ext cx="373062" cy="160338"/>
          </a:xfrm>
          <a:prstGeom prst="rect">
            <a:avLst/>
          </a:prstGeom>
          <a:solidFill>
            <a:schemeClr val="bg1"/>
          </a:solidFill>
          <a:ln w="9525">
            <a:solidFill>
              <a:schemeClr val="tx1"/>
            </a:solidFill>
            <a:miter lim="800000"/>
            <a:headEnd/>
            <a:tailEnd/>
          </a:ln>
        </p:spPr>
        <p:txBody>
          <a:bodyPr lIns="0" tIns="72000" rIns="0" bIns="7200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endParaRPr lang="de-DE" altLang="de-DE" sz="1200" baseline="-25000"/>
          </a:p>
        </p:txBody>
      </p:sp>
      <p:pic>
        <p:nvPicPr>
          <p:cNvPr id="84" name="Battery">
            <a:extLst>
              <a:ext uri="{FF2B5EF4-FFF2-40B4-BE49-F238E27FC236}">
                <a16:creationId xmlns:a16="http://schemas.microsoft.com/office/drawing/2014/main" id="{6716DE9D-B11C-4830-B830-A95411704DEA}"/>
              </a:ext>
            </a:extLst>
          </p:cNvPr>
          <p:cNvPicPr>
            <a:picLocks noChangeAspect="1" noChangeArrowheads="1"/>
          </p:cNvPicPr>
          <p:nvPr>
            <p:custDataLst>
              <p:tags r:id="rId1"/>
            </p:custDataLst>
          </p:nvPr>
        </p:nvPicPr>
        <p:blipFill>
          <a:blip r:embed="rId7">
            <a:extLst>
              <a:ext uri="{28A0092B-C50C-407E-A947-70E740481C1C}">
                <a14:useLocalDpi xmlns:a14="http://schemas.microsoft.com/office/drawing/2010/main" val="0"/>
              </a:ext>
            </a:extLst>
          </a:blip>
          <a:srcRect/>
          <a:stretch>
            <a:fillRect/>
          </a:stretch>
        </p:blipFill>
        <p:spPr bwMode="auto">
          <a:xfrm>
            <a:off x="2478088" y="2133600"/>
            <a:ext cx="227012"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Battery">
            <a:extLst>
              <a:ext uri="{FF2B5EF4-FFF2-40B4-BE49-F238E27FC236}">
                <a16:creationId xmlns:a16="http://schemas.microsoft.com/office/drawing/2014/main" id="{CA594112-4169-4BD5-A948-E1CA22EA4360}"/>
              </a:ext>
            </a:extLst>
          </p:cNvPr>
          <p:cNvPicPr>
            <a:picLocks noChangeAspect="1" noChangeArrowheads="1"/>
          </p:cNvPicPr>
          <p:nvPr>
            <p:custDataLst>
              <p:tags r:id="rId2"/>
            </p:custDataLst>
          </p:nvPr>
        </p:nvPicPr>
        <p:blipFill>
          <a:blip r:embed="rId7">
            <a:extLst>
              <a:ext uri="{28A0092B-C50C-407E-A947-70E740481C1C}">
                <a14:useLocalDpi xmlns:a14="http://schemas.microsoft.com/office/drawing/2010/main" val="0"/>
              </a:ext>
            </a:extLst>
          </a:blip>
          <a:srcRect/>
          <a:stretch>
            <a:fillRect/>
          </a:stretch>
        </p:blipFill>
        <p:spPr bwMode="auto">
          <a:xfrm>
            <a:off x="2478088" y="2565400"/>
            <a:ext cx="2270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6" name="Straight Connector 85">
            <a:extLst>
              <a:ext uri="{FF2B5EF4-FFF2-40B4-BE49-F238E27FC236}">
                <a16:creationId xmlns:a16="http://schemas.microsoft.com/office/drawing/2014/main" id="{B182854C-B4A8-40F1-AB24-AA841250B4E3}"/>
              </a:ext>
            </a:extLst>
          </p:cNvPr>
          <p:cNvCxnSpPr>
            <a:cxnSpLocks/>
            <a:stCxn id="87" idx="1"/>
            <a:endCxn id="88" idx="3"/>
          </p:cNvCxnSpPr>
          <p:nvPr/>
        </p:nvCxnSpPr>
        <p:spPr>
          <a:xfrm>
            <a:off x="2590800" y="3411538"/>
            <a:ext cx="0" cy="158750"/>
          </a:xfrm>
          <a:prstGeom prst="line">
            <a:avLst/>
          </a:prstGeom>
          <a:ln w="285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pic>
        <p:nvPicPr>
          <p:cNvPr id="87" name="Battery">
            <a:extLst>
              <a:ext uri="{FF2B5EF4-FFF2-40B4-BE49-F238E27FC236}">
                <a16:creationId xmlns:a16="http://schemas.microsoft.com/office/drawing/2014/main" id="{2EE42863-FEF8-4A33-B426-CFB87DF85A1E}"/>
              </a:ext>
            </a:extLst>
          </p:cNvPr>
          <p:cNvPicPr>
            <a:picLocks noChangeAspect="1" noChangeArrowheads="1"/>
          </p:cNvPicPr>
          <p:nvPr>
            <p:custDataLst>
              <p:tags r:id="rId3"/>
            </p:custDataLst>
          </p:nvPr>
        </p:nvPicPr>
        <p:blipFill>
          <a:blip r:embed="rId7">
            <a:extLst>
              <a:ext uri="{28A0092B-C50C-407E-A947-70E740481C1C}">
                <a14:useLocalDpi xmlns:a14="http://schemas.microsoft.com/office/drawing/2010/main" val="0"/>
              </a:ext>
            </a:extLst>
          </a:blip>
          <a:srcRect/>
          <a:stretch>
            <a:fillRect/>
          </a:stretch>
        </p:blipFill>
        <p:spPr bwMode="auto">
          <a:xfrm>
            <a:off x="2478088" y="3138488"/>
            <a:ext cx="2270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Battery">
            <a:extLst>
              <a:ext uri="{FF2B5EF4-FFF2-40B4-BE49-F238E27FC236}">
                <a16:creationId xmlns:a16="http://schemas.microsoft.com/office/drawing/2014/main" id="{E944E9A3-F07D-4007-A318-5621CD46E271}"/>
              </a:ext>
            </a:extLst>
          </p:cNvPr>
          <p:cNvPicPr>
            <a:picLocks noChangeAspect="1" noChangeArrowheads="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2478088" y="3570288"/>
            <a:ext cx="2270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9" name="Straight Connector 88">
            <a:extLst>
              <a:ext uri="{FF2B5EF4-FFF2-40B4-BE49-F238E27FC236}">
                <a16:creationId xmlns:a16="http://schemas.microsoft.com/office/drawing/2014/main" id="{7BAEA2B8-7095-4F5F-9357-E3A9546E2DB8}"/>
              </a:ext>
            </a:extLst>
          </p:cNvPr>
          <p:cNvCxnSpPr>
            <a:cxnSpLocks/>
            <a:stCxn id="85" idx="1"/>
            <a:endCxn id="87" idx="3"/>
          </p:cNvCxnSpPr>
          <p:nvPr/>
        </p:nvCxnSpPr>
        <p:spPr>
          <a:xfrm flipH="1">
            <a:off x="2590800" y="2838450"/>
            <a:ext cx="0" cy="300038"/>
          </a:xfrm>
          <a:prstGeom prst="line">
            <a:avLst/>
          </a:prstGeom>
          <a:ln w="285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1998" name="Rectangle 89">
            <a:extLst>
              <a:ext uri="{FF2B5EF4-FFF2-40B4-BE49-F238E27FC236}">
                <a16:creationId xmlns:a16="http://schemas.microsoft.com/office/drawing/2014/main" id="{D1772648-FE08-457C-8803-6C35AC63AF04}"/>
              </a:ext>
            </a:extLst>
          </p:cNvPr>
          <p:cNvSpPr>
            <a:spLocks noChangeArrowheads="1"/>
          </p:cNvSpPr>
          <p:nvPr/>
        </p:nvSpPr>
        <p:spPr bwMode="auto">
          <a:xfrm>
            <a:off x="2135188" y="4252913"/>
            <a:ext cx="346075"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r>
              <a:rPr lang="de-DE" altLang="de-DE" sz="800"/>
              <a:t>R</a:t>
            </a:r>
            <a:r>
              <a:rPr lang="de-DE" altLang="de-DE" sz="800" baseline="-25000"/>
              <a:t>sense</a:t>
            </a:r>
          </a:p>
        </p:txBody>
      </p:sp>
      <p:cxnSp>
        <p:nvCxnSpPr>
          <p:cNvPr id="97" name="Straight Connector 96">
            <a:extLst>
              <a:ext uri="{FF2B5EF4-FFF2-40B4-BE49-F238E27FC236}">
                <a16:creationId xmlns:a16="http://schemas.microsoft.com/office/drawing/2014/main" id="{DE470718-2793-4800-850B-132ECFA6CC01}"/>
              </a:ext>
            </a:extLst>
          </p:cNvPr>
          <p:cNvCxnSpPr>
            <a:cxnSpLocks/>
            <a:stCxn id="41991" idx="1"/>
            <a:endCxn id="103" idx="0"/>
          </p:cNvCxnSpPr>
          <p:nvPr/>
        </p:nvCxnSpPr>
        <p:spPr>
          <a:xfrm>
            <a:off x="2590800" y="4552950"/>
            <a:ext cx="0" cy="171450"/>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779124D7-AA29-4F4F-9C83-FD2A890C37AE}"/>
              </a:ext>
            </a:extLst>
          </p:cNvPr>
          <p:cNvCxnSpPr>
            <a:cxnSpLocks/>
            <a:stCxn id="102" idx="4"/>
            <a:endCxn id="84" idx="3"/>
          </p:cNvCxnSpPr>
          <p:nvPr/>
        </p:nvCxnSpPr>
        <p:spPr>
          <a:xfrm>
            <a:off x="2590800" y="1916113"/>
            <a:ext cx="0" cy="217487"/>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2" name="Oval 101">
            <a:extLst>
              <a:ext uri="{FF2B5EF4-FFF2-40B4-BE49-F238E27FC236}">
                <a16:creationId xmlns:a16="http://schemas.microsoft.com/office/drawing/2014/main" id="{42450F21-56AD-43CE-8BF5-A04C45A18D71}"/>
              </a:ext>
            </a:extLst>
          </p:cNvPr>
          <p:cNvSpPr/>
          <p:nvPr/>
        </p:nvSpPr>
        <p:spPr bwMode="auto">
          <a:xfrm>
            <a:off x="2549525" y="1831975"/>
            <a:ext cx="84138" cy="84138"/>
          </a:xfrm>
          <a:prstGeom prst="ellipse">
            <a:avLst/>
          </a:prstGeom>
          <a:solidFill>
            <a:schemeClr val="tx1"/>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03" name="Oval 102">
            <a:extLst>
              <a:ext uri="{FF2B5EF4-FFF2-40B4-BE49-F238E27FC236}">
                <a16:creationId xmlns:a16="http://schemas.microsoft.com/office/drawing/2014/main" id="{B9824092-BAE9-43D7-8BF4-4BA627377538}"/>
              </a:ext>
            </a:extLst>
          </p:cNvPr>
          <p:cNvSpPr/>
          <p:nvPr/>
        </p:nvSpPr>
        <p:spPr bwMode="auto">
          <a:xfrm>
            <a:off x="2549525" y="4724400"/>
            <a:ext cx="84138" cy="85725"/>
          </a:xfrm>
          <a:prstGeom prst="ellipse">
            <a:avLst/>
          </a:prstGeom>
          <a:solidFill>
            <a:schemeClr val="tx1"/>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42003" name="Rectangle 105">
            <a:extLst>
              <a:ext uri="{FF2B5EF4-FFF2-40B4-BE49-F238E27FC236}">
                <a16:creationId xmlns:a16="http://schemas.microsoft.com/office/drawing/2014/main" id="{99B9F1DB-B767-412C-A8A0-082085882A82}"/>
              </a:ext>
            </a:extLst>
          </p:cNvPr>
          <p:cNvSpPr>
            <a:spLocks noChangeArrowheads="1"/>
          </p:cNvSpPr>
          <p:nvPr/>
        </p:nvSpPr>
        <p:spPr bwMode="auto">
          <a:xfrm>
            <a:off x="2876550" y="2035175"/>
            <a:ext cx="180975" cy="385763"/>
          </a:xfrm>
          <a:prstGeom prst="rect">
            <a:avLst/>
          </a:prstGeom>
          <a:solidFill>
            <a:schemeClr val="bg1"/>
          </a:solidFill>
          <a:ln w="9525">
            <a:solidFill>
              <a:schemeClr val="tx1"/>
            </a:solidFill>
            <a:miter lim="800000"/>
            <a:headEnd/>
            <a:tailEnd/>
          </a:ln>
        </p:spPr>
        <p:txBody>
          <a:bodyPr lIns="0" tIns="0" rIns="0" bIns="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r>
              <a:rPr lang="de-DE" altLang="de-DE" sz="900"/>
              <a:t>R1</a:t>
            </a:r>
          </a:p>
        </p:txBody>
      </p:sp>
      <p:sp>
        <p:nvSpPr>
          <p:cNvPr id="42004" name="Rectangle 106">
            <a:extLst>
              <a:ext uri="{FF2B5EF4-FFF2-40B4-BE49-F238E27FC236}">
                <a16:creationId xmlns:a16="http://schemas.microsoft.com/office/drawing/2014/main" id="{831E957A-BC70-4FB6-9773-9945E741298A}"/>
              </a:ext>
            </a:extLst>
          </p:cNvPr>
          <p:cNvSpPr>
            <a:spLocks noChangeArrowheads="1"/>
          </p:cNvSpPr>
          <p:nvPr/>
        </p:nvSpPr>
        <p:spPr bwMode="auto">
          <a:xfrm>
            <a:off x="2876550" y="3403600"/>
            <a:ext cx="180975" cy="385763"/>
          </a:xfrm>
          <a:prstGeom prst="rect">
            <a:avLst/>
          </a:prstGeom>
          <a:solidFill>
            <a:schemeClr val="bg1"/>
          </a:solidFill>
          <a:ln w="9525">
            <a:solidFill>
              <a:schemeClr val="tx1"/>
            </a:solidFill>
            <a:miter lim="800000"/>
            <a:headEnd/>
            <a:tailEnd/>
          </a:ln>
        </p:spPr>
        <p:txBody>
          <a:bodyPr lIns="0" tIns="0" rIns="0" bIns="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r>
              <a:rPr lang="de-DE" altLang="de-DE" sz="900"/>
              <a:t>R2</a:t>
            </a:r>
          </a:p>
        </p:txBody>
      </p:sp>
      <p:grpSp>
        <p:nvGrpSpPr>
          <p:cNvPr id="42005" name="Group 111">
            <a:extLst>
              <a:ext uri="{FF2B5EF4-FFF2-40B4-BE49-F238E27FC236}">
                <a16:creationId xmlns:a16="http://schemas.microsoft.com/office/drawing/2014/main" id="{2F01CB83-C456-4F9F-8EB1-C7CC677E2DBD}"/>
              </a:ext>
            </a:extLst>
          </p:cNvPr>
          <p:cNvGrpSpPr>
            <a:grpSpLocks/>
          </p:cNvGrpSpPr>
          <p:nvPr/>
        </p:nvGrpSpPr>
        <p:grpSpPr bwMode="auto">
          <a:xfrm>
            <a:off x="2786063" y="2740025"/>
            <a:ext cx="361950" cy="361950"/>
            <a:chOff x="7680176" y="3184223"/>
            <a:chExt cx="504056" cy="504056"/>
          </a:xfrm>
        </p:grpSpPr>
        <p:sp>
          <p:nvSpPr>
            <p:cNvPr id="108" name="Oval 107">
              <a:extLst>
                <a:ext uri="{FF2B5EF4-FFF2-40B4-BE49-F238E27FC236}">
                  <a16:creationId xmlns:a16="http://schemas.microsoft.com/office/drawing/2014/main" id="{022A9708-59B7-47E5-83E1-EE32FA4BCD69}"/>
                </a:ext>
              </a:extLst>
            </p:cNvPr>
            <p:cNvSpPr/>
            <p:nvPr/>
          </p:nvSpPr>
          <p:spPr bwMode="auto">
            <a:xfrm>
              <a:off x="7680176" y="3184223"/>
              <a:ext cx="504056" cy="504056"/>
            </a:xfrm>
            <a:prstGeom prst="ellipse">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42120" name="Freeform: Shape 110">
              <a:extLst>
                <a:ext uri="{FF2B5EF4-FFF2-40B4-BE49-F238E27FC236}">
                  <a16:creationId xmlns:a16="http://schemas.microsoft.com/office/drawing/2014/main" id="{C0B5542F-D3E2-4858-9319-0765524E7B75}"/>
                </a:ext>
              </a:extLst>
            </p:cNvPr>
            <p:cNvSpPr>
              <a:spLocks/>
            </p:cNvSpPr>
            <p:nvPr/>
          </p:nvSpPr>
          <p:spPr bwMode="auto">
            <a:xfrm>
              <a:off x="7752184" y="3279785"/>
              <a:ext cx="360041" cy="312933"/>
            </a:xfrm>
            <a:custGeom>
              <a:avLst/>
              <a:gdLst>
                <a:gd name="T0" fmla="*/ 0 w 379663"/>
                <a:gd name="T1" fmla="*/ 176987 h 312933"/>
                <a:gd name="T2" fmla="*/ 96349 w 379663"/>
                <a:gd name="T3" fmla="*/ 3197 h 312933"/>
                <a:gd name="T4" fmla="*/ 251015 w 379663"/>
                <a:gd name="T5" fmla="*/ 310671 h 312933"/>
                <a:gd name="T6" fmla="*/ 360041 w 379663"/>
                <a:gd name="T7" fmla="*/ 118165 h 3129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9663" h="312933">
                  <a:moveTo>
                    <a:pt x="0" y="176987"/>
                  </a:moveTo>
                  <a:cubicBezTo>
                    <a:pt x="28742" y="78951"/>
                    <a:pt x="57484" y="-19084"/>
                    <a:pt x="101600" y="3197"/>
                  </a:cubicBezTo>
                  <a:cubicBezTo>
                    <a:pt x="145716" y="25478"/>
                    <a:pt x="218351" y="291510"/>
                    <a:pt x="264695" y="310671"/>
                  </a:cubicBezTo>
                  <a:cubicBezTo>
                    <a:pt x="311039" y="329832"/>
                    <a:pt x="345351" y="223998"/>
                    <a:pt x="379663" y="118165"/>
                  </a:cubicBez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de-DE"/>
            </a:p>
          </p:txBody>
        </p:sp>
      </p:grpSp>
      <p:cxnSp>
        <p:nvCxnSpPr>
          <p:cNvPr id="114" name="Connector: Elbow 113">
            <a:extLst>
              <a:ext uri="{FF2B5EF4-FFF2-40B4-BE49-F238E27FC236}">
                <a16:creationId xmlns:a16="http://schemas.microsoft.com/office/drawing/2014/main" id="{873A4046-0A5E-4700-8051-82CF8DB5CDAF}"/>
              </a:ext>
            </a:extLst>
          </p:cNvPr>
          <p:cNvCxnSpPr>
            <a:cxnSpLocks/>
            <a:stCxn id="102" idx="6"/>
            <a:endCxn id="42003" idx="0"/>
          </p:cNvCxnSpPr>
          <p:nvPr/>
        </p:nvCxnSpPr>
        <p:spPr>
          <a:xfrm>
            <a:off x="2633663" y="1874838"/>
            <a:ext cx="333375" cy="160337"/>
          </a:xfrm>
          <a:prstGeom prst="bentConnector2">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6" name="Connector: Elbow 115">
            <a:extLst>
              <a:ext uri="{FF2B5EF4-FFF2-40B4-BE49-F238E27FC236}">
                <a16:creationId xmlns:a16="http://schemas.microsoft.com/office/drawing/2014/main" id="{7D595BAB-02E4-449F-B66E-8F4D47D307A7}"/>
              </a:ext>
            </a:extLst>
          </p:cNvPr>
          <p:cNvCxnSpPr>
            <a:cxnSpLocks/>
            <a:stCxn id="103" idx="6"/>
            <a:endCxn id="42004" idx="2"/>
          </p:cNvCxnSpPr>
          <p:nvPr/>
        </p:nvCxnSpPr>
        <p:spPr>
          <a:xfrm flipV="1">
            <a:off x="2633663" y="3789363"/>
            <a:ext cx="333375" cy="977900"/>
          </a:xfrm>
          <a:prstGeom prst="bentConnector2">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3493F8B0-CD6C-4654-AC8E-B4E92DA96106}"/>
              </a:ext>
            </a:extLst>
          </p:cNvPr>
          <p:cNvCxnSpPr>
            <a:cxnSpLocks/>
            <a:stCxn id="42003" idx="2"/>
            <a:endCxn id="108" idx="0"/>
          </p:cNvCxnSpPr>
          <p:nvPr/>
        </p:nvCxnSpPr>
        <p:spPr>
          <a:xfrm>
            <a:off x="2967038" y="2420938"/>
            <a:ext cx="0" cy="319087"/>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42B7AAF-5139-4A5D-97FF-643125546226}"/>
              </a:ext>
            </a:extLst>
          </p:cNvPr>
          <p:cNvCxnSpPr>
            <a:cxnSpLocks/>
            <a:stCxn id="108" idx="4"/>
            <a:endCxn id="42004" idx="0"/>
          </p:cNvCxnSpPr>
          <p:nvPr/>
        </p:nvCxnSpPr>
        <p:spPr>
          <a:xfrm>
            <a:off x="2967038" y="3101975"/>
            <a:ext cx="0" cy="301625"/>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FB55CD33-2CED-446F-999D-1B07911618A3}"/>
              </a:ext>
            </a:extLst>
          </p:cNvPr>
          <p:cNvSpPr/>
          <p:nvPr/>
        </p:nvSpPr>
        <p:spPr bwMode="auto">
          <a:xfrm>
            <a:off x="3262313" y="2649538"/>
            <a:ext cx="935037" cy="544512"/>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dirty="0">
                <a:latin typeface="+mn-lt"/>
                <a:ea typeface="+mn-ea"/>
                <a:cs typeface="+mn-cs"/>
              </a:rPr>
              <a:t>Excitation</a:t>
            </a:r>
          </a:p>
          <a:p>
            <a:pPr algn="ctr" defTabSz="576000">
              <a:lnSpc>
                <a:spcPct val="120000"/>
              </a:lnSpc>
              <a:defRPr/>
            </a:pPr>
            <a:r>
              <a:rPr lang="de-DE" dirty="0">
                <a:latin typeface="+mn-lt"/>
                <a:ea typeface="+mn-ea"/>
                <a:cs typeface="+mn-cs"/>
              </a:rPr>
              <a:t>Circruit</a:t>
            </a:r>
          </a:p>
        </p:txBody>
      </p:sp>
      <p:sp>
        <p:nvSpPr>
          <p:cNvPr id="129" name="Rectangle 128">
            <a:extLst>
              <a:ext uri="{FF2B5EF4-FFF2-40B4-BE49-F238E27FC236}">
                <a16:creationId xmlns:a16="http://schemas.microsoft.com/office/drawing/2014/main" id="{7C22B2A5-F050-4227-B435-F7BBCCE5D170}"/>
              </a:ext>
            </a:extLst>
          </p:cNvPr>
          <p:cNvSpPr/>
          <p:nvPr/>
        </p:nvSpPr>
        <p:spPr bwMode="auto">
          <a:xfrm>
            <a:off x="4846638" y="1700213"/>
            <a:ext cx="1504950" cy="3065462"/>
          </a:xfrm>
          <a:prstGeom prst="rect">
            <a:avLst/>
          </a:prstGeom>
          <a:solidFill>
            <a:schemeClr val="accent1"/>
          </a:solidFill>
          <a:ln w="9525">
            <a:solidFill>
              <a:schemeClr val="tx1"/>
            </a:solidFill>
            <a:miter lim="800000"/>
            <a:headEnd/>
            <a:tailEnd/>
          </a:ln>
        </p:spPr>
        <p:txBody>
          <a:bodyPr lIns="72000" tIns="36000" rIns="36000" bIns="36000"/>
          <a:lstStyle/>
          <a:p>
            <a:pPr algn="ctr" defTabSz="576000">
              <a:lnSpc>
                <a:spcPct val="120000"/>
              </a:lnSpc>
              <a:defRPr/>
            </a:pPr>
            <a:r>
              <a:rPr lang="de-DE" b="1" dirty="0">
                <a:solidFill>
                  <a:schemeClr val="bg1"/>
                </a:solidFill>
                <a:latin typeface="+mn-lt"/>
                <a:ea typeface="+mn-ea"/>
                <a:cs typeface="+mn-cs"/>
              </a:rPr>
              <a:t>PSOC</a:t>
            </a:r>
            <a:r>
              <a:rPr lang="de-DE" b="1" baseline="30000" dirty="0">
                <a:solidFill>
                  <a:schemeClr val="bg1"/>
                </a:solidFill>
                <a:latin typeface="+mn-lt"/>
                <a:ea typeface="+mn-ea"/>
                <a:cs typeface="+mn-cs"/>
              </a:rPr>
              <a:t>TM</a:t>
            </a:r>
            <a:r>
              <a:rPr lang="de-DE" b="1" dirty="0">
                <a:solidFill>
                  <a:schemeClr val="bg1"/>
                </a:solidFill>
                <a:latin typeface="+mn-lt"/>
                <a:ea typeface="+mn-ea"/>
                <a:cs typeface="+mn-cs"/>
              </a:rPr>
              <a:t> SPM</a:t>
            </a:r>
          </a:p>
        </p:txBody>
      </p:sp>
      <p:sp>
        <p:nvSpPr>
          <p:cNvPr id="130" name="Isosceles Triangle 129">
            <a:extLst>
              <a:ext uri="{FF2B5EF4-FFF2-40B4-BE49-F238E27FC236}">
                <a16:creationId xmlns:a16="http://schemas.microsoft.com/office/drawing/2014/main" id="{6CEE1BED-FBEC-4548-8AE8-9348659DFD47}"/>
              </a:ext>
            </a:extLst>
          </p:cNvPr>
          <p:cNvSpPr/>
          <p:nvPr/>
        </p:nvSpPr>
        <p:spPr bwMode="auto">
          <a:xfrm rot="16200000">
            <a:off x="5476875" y="2825750"/>
            <a:ext cx="285750" cy="190500"/>
          </a:xfrm>
          <a:prstGeom prst="triangle">
            <a:avLst/>
          </a:prstGeom>
          <a:solidFill>
            <a:schemeClr val="bg1"/>
          </a:solidFill>
          <a:ln w="9525">
            <a:solidFill>
              <a:schemeClr val="bg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31" name="Rectangle 130">
            <a:extLst>
              <a:ext uri="{FF2B5EF4-FFF2-40B4-BE49-F238E27FC236}">
                <a16:creationId xmlns:a16="http://schemas.microsoft.com/office/drawing/2014/main" id="{23357F2C-BE1E-4CB5-AF25-E1C7F3CE32B4}"/>
              </a:ext>
            </a:extLst>
          </p:cNvPr>
          <p:cNvSpPr/>
          <p:nvPr/>
        </p:nvSpPr>
        <p:spPr bwMode="auto">
          <a:xfrm>
            <a:off x="4775200" y="2857500"/>
            <a:ext cx="127000" cy="12700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2</a:t>
            </a:r>
          </a:p>
        </p:txBody>
      </p:sp>
      <p:cxnSp>
        <p:nvCxnSpPr>
          <p:cNvPr id="132" name="Straight Connector 131">
            <a:extLst>
              <a:ext uri="{FF2B5EF4-FFF2-40B4-BE49-F238E27FC236}">
                <a16:creationId xmlns:a16="http://schemas.microsoft.com/office/drawing/2014/main" id="{D153D25B-2BF6-4B54-9F1B-0E8F72EE4C0E}"/>
              </a:ext>
            </a:extLst>
          </p:cNvPr>
          <p:cNvCxnSpPr>
            <a:cxnSpLocks/>
            <a:stCxn id="131" idx="3"/>
            <a:endCxn id="130" idx="0"/>
          </p:cNvCxnSpPr>
          <p:nvPr/>
        </p:nvCxnSpPr>
        <p:spPr>
          <a:xfrm flipV="1">
            <a:off x="4902200" y="2921000"/>
            <a:ext cx="622300" cy="0"/>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1918EBF-FE9A-4FEC-89EB-C33870CF3FBE}"/>
              </a:ext>
            </a:extLst>
          </p:cNvPr>
          <p:cNvCxnSpPr>
            <a:cxnSpLocks/>
            <a:stCxn id="130" idx="3"/>
            <a:endCxn id="151" idx="1"/>
          </p:cNvCxnSpPr>
          <p:nvPr/>
        </p:nvCxnSpPr>
        <p:spPr>
          <a:xfrm>
            <a:off x="5715000" y="2921000"/>
            <a:ext cx="139700" cy="0"/>
          </a:xfrm>
          <a:prstGeom prst="line">
            <a:avLst/>
          </a:prstGeom>
          <a:ln w="9525">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59FBF8A8-7B9B-43D4-AB07-6FFED841B1A1}"/>
              </a:ext>
            </a:extLst>
          </p:cNvPr>
          <p:cNvCxnSpPr>
            <a:cxnSpLocks/>
            <a:stCxn id="124" idx="3"/>
            <a:endCxn id="131" idx="1"/>
          </p:cNvCxnSpPr>
          <p:nvPr/>
        </p:nvCxnSpPr>
        <p:spPr>
          <a:xfrm>
            <a:off x="4197350" y="2921000"/>
            <a:ext cx="577850"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5" name="Rectangle 134">
            <a:extLst>
              <a:ext uri="{FF2B5EF4-FFF2-40B4-BE49-F238E27FC236}">
                <a16:creationId xmlns:a16="http://schemas.microsoft.com/office/drawing/2014/main" id="{ECC75799-B502-4BA1-8F7C-B9DC7FA46803}"/>
              </a:ext>
            </a:extLst>
          </p:cNvPr>
          <p:cNvSpPr/>
          <p:nvPr/>
        </p:nvSpPr>
        <p:spPr bwMode="auto">
          <a:xfrm>
            <a:off x="4775200" y="3357563"/>
            <a:ext cx="127000" cy="12700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3</a:t>
            </a:r>
          </a:p>
        </p:txBody>
      </p:sp>
      <p:sp>
        <p:nvSpPr>
          <p:cNvPr id="136" name="Rectangle 135">
            <a:extLst>
              <a:ext uri="{FF2B5EF4-FFF2-40B4-BE49-F238E27FC236}">
                <a16:creationId xmlns:a16="http://schemas.microsoft.com/office/drawing/2014/main" id="{2B68365F-56E5-4678-B155-3A8FBF791469}"/>
              </a:ext>
            </a:extLst>
          </p:cNvPr>
          <p:cNvSpPr/>
          <p:nvPr/>
        </p:nvSpPr>
        <p:spPr bwMode="auto">
          <a:xfrm>
            <a:off x="4775200" y="3821113"/>
            <a:ext cx="127000" cy="12700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4</a:t>
            </a:r>
          </a:p>
        </p:txBody>
      </p:sp>
      <p:grpSp>
        <p:nvGrpSpPr>
          <p:cNvPr id="42019" name="Group 136">
            <a:extLst>
              <a:ext uri="{FF2B5EF4-FFF2-40B4-BE49-F238E27FC236}">
                <a16:creationId xmlns:a16="http://schemas.microsoft.com/office/drawing/2014/main" id="{1876C16C-84E3-437E-94CC-CFA141AD3AFD}"/>
              </a:ext>
            </a:extLst>
          </p:cNvPr>
          <p:cNvGrpSpPr>
            <a:grpSpLocks/>
          </p:cNvGrpSpPr>
          <p:nvPr/>
        </p:nvGrpSpPr>
        <p:grpSpPr bwMode="auto">
          <a:xfrm>
            <a:off x="5778500" y="3503613"/>
            <a:ext cx="114300" cy="325437"/>
            <a:chOff x="-744760" y="5373475"/>
            <a:chExt cx="98109" cy="277585"/>
          </a:xfrm>
        </p:grpSpPr>
        <p:sp>
          <p:nvSpPr>
            <p:cNvPr id="138" name="Rectangle 137">
              <a:extLst>
                <a:ext uri="{FF2B5EF4-FFF2-40B4-BE49-F238E27FC236}">
                  <a16:creationId xmlns:a16="http://schemas.microsoft.com/office/drawing/2014/main" id="{E4342B99-F0E0-43AB-9F89-18663A551B77}"/>
                </a:ext>
              </a:extLst>
            </p:cNvPr>
            <p:cNvSpPr/>
            <p:nvPr/>
          </p:nvSpPr>
          <p:spPr bwMode="auto">
            <a:xfrm>
              <a:off x="-744760" y="5373475"/>
              <a:ext cx="98109" cy="90723"/>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39" name="Rectangle 138">
              <a:extLst>
                <a:ext uri="{FF2B5EF4-FFF2-40B4-BE49-F238E27FC236}">
                  <a16:creationId xmlns:a16="http://schemas.microsoft.com/office/drawing/2014/main" id="{ECA15D9F-134A-4239-AEEA-AFCF1A458F74}"/>
                </a:ext>
              </a:extLst>
            </p:cNvPr>
            <p:cNvSpPr/>
            <p:nvPr/>
          </p:nvSpPr>
          <p:spPr bwMode="auto">
            <a:xfrm>
              <a:off x="-744760" y="5560337"/>
              <a:ext cx="98109" cy="90723"/>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grpSp>
      <p:cxnSp>
        <p:nvCxnSpPr>
          <p:cNvPr id="140" name="Connector: Elbow 139">
            <a:extLst>
              <a:ext uri="{FF2B5EF4-FFF2-40B4-BE49-F238E27FC236}">
                <a16:creationId xmlns:a16="http://schemas.microsoft.com/office/drawing/2014/main" id="{1D95F309-6BC0-46C9-BAF7-5956EF352412}"/>
              </a:ext>
            </a:extLst>
          </p:cNvPr>
          <p:cNvCxnSpPr>
            <a:cxnSpLocks/>
          </p:cNvCxnSpPr>
          <p:nvPr/>
        </p:nvCxnSpPr>
        <p:spPr>
          <a:xfrm>
            <a:off x="4902200" y="3421063"/>
            <a:ext cx="876300" cy="136525"/>
          </a:xfrm>
          <a:prstGeom prst="bentConnector3">
            <a:avLst/>
          </a:prstGeom>
          <a:ln w="952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C31775B3-3F7D-41EA-A42C-16A9413995F0}"/>
              </a:ext>
            </a:extLst>
          </p:cNvPr>
          <p:cNvCxnSpPr>
            <a:cxnSpLocks/>
          </p:cNvCxnSpPr>
          <p:nvPr/>
        </p:nvCxnSpPr>
        <p:spPr>
          <a:xfrm flipV="1">
            <a:off x="4902200" y="3776663"/>
            <a:ext cx="876300" cy="107950"/>
          </a:xfrm>
          <a:prstGeom prst="bentConnector3">
            <a:avLst/>
          </a:prstGeom>
          <a:ln w="952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142" name="Flowchart: Off-page Connector 141">
            <a:extLst>
              <a:ext uri="{FF2B5EF4-FFF2-40B4-BE49-F238E27FC236}">
                <a16:creationId xmlns:a16="http://schemas.microsoft.com/office/drawing/2014/main" id="{D1723023-6C2F-4EEB-9FBE-DEBCC7F641A8}"/>
              </a:ext>
            </a:extLst>
          </p:cNvPr>
          <p:cNvSpPr/>
          <p:nvPr/>
        </p:nvSpPr>
        <p:spPr bwMode="auto">
          <a:xfrm rot="5400000">
            <a:off x="5692445" y="3290039"/>
            <a:ext cx="371373" cy="759844"/>
          </a:xfrm>
          <a:prstGeom prst="flowChartOffpageConnector">
            <a:avLst/>
          </a:prstGeom>
          <a:solidFill>
            <a:schemeClr val="bg1"/>
          </a:solidFill>
          <a:ln w="9525">
            <a:solidFill>
              <a:schemeClr val="bg1"/>
            </a:solidFill>
            <a:miter lim="800000"/>
            <a:headEnd/>
            <a:tailEnd/>
          </a:ln>
        </p:spPr>
        <p:txBody>
          <a:bodyPr vert="vert270" lIns="0" tIns="0" rIns="0" bIns="0" anchor="ctr"/>
          <a:lstStyle/>
          <a:p>
            <a:pPr algn="ctr" defTabSz="576000">
              <a:lnSpc>
                <a:spcPct val="120000"/>
              </a:lnSpc>
              <a:defRPr/>
            </a:pPr>
            <a:r>
              <a:rPr lang="de-DE" dirty="0">
                <a:latin typeface="Arial" charset="0"/>
                <a:ea typeface="+mn-ea"/>
                <a:cs typeface="+mn-cs"/>
              </a:rPr>
              <a:t>V</a:t>
            </a:r>
            <a:r>
              <a:rPr lang="de-DE" baseline="-25000" dirty="0">
                <a:latin typeface="Arial" charset="0"/>
                <a:ea typeface="+mn-ea"/>
                <a:cs typeface="+mn-cs"/>
              </a:rPr>
              <a:t>sense</a:t>
            </a:r>
          </a:p>
        </p:txBody>
      </p:sp>
      <p:sp>
        <p:nvSpPr>
          <p:cNvPr id="143" name="Rectangle 142">
            <a:extLst>
              <a:ext uri="{FF2B5EF4-FFF2-40B4-BE49-F238E27FC236}">
                <a16:creationId xmlns:a16="http://schemas.microsoft.com/office/drawing/2014/main" id="{3B0AC5EC-6ECE-47F6-A835-D7F7C250631E}"/>
              </a:ext>
            </a:extLst>
          </p:cNvPr>
          <p:cNvSpPr/>
          <p:nvPr/>
        </p:nvSpPr>
        <p:spPr bwMode="auto">
          <a:xfrm>
            <a:off x="4775200" y="4137025"/>
            <a:ext cx="127000" cy="12700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5</a:t>
            </a:r>
          </a:p>
        </p:txBody>
      </p:sp>
      <p:sp>
        <p:nvSpPr>
          <p:cNvPr id="144" name="Rectangle 143">
            <a:extLst>
              <a:ext uri="{FF2B5EF4-FFF2-40B4-BE49-F238E27FC236}">
                <a16:creationId xmlns:a16="http://schemas.microsoft.com/office/drawing/2014/main" id="{4B344F91-EDD5-42F7-B765-C5382CF7091F}"/>
              </a:ext>
            </a:extLst>
          </p:cNvPr>
          <p:cNvSpPr/>
          <p:nvPr/>
        </p:nvSpPr>
        <p:spPr bwMode="auto">
          <a:xfrm>
            <a:off x="4775200" y="4454525"/>
            <a:ext cx="127000" cy="12700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6</a:t>
            </a:r>
          </a:p>
        </p:txBody>
      </p:sp>
      <p:grpSp>
        <p:nvGrpSpPr>
          <p:cNvPr id="42025" name="Group 144">
            <a:extLst>
              <a:ext uri="{FF2B5EF4-FFF2-40B4-BE49-F238E27FC236}">
                <a16:creationId xmlns:a16="http://schemas.microsoft.com/office/drawing/2014/main" id="{5B054423-9A64-4F8B-9B19-E702392AC677}"/>
              </a:ext>
            </a:extLst>
          </p:cNvPr>
          <p:cNvGrpSpPr>
            <a:grpSpLocks/>
          </p:cNvGrpSpPr>
          <p:nvPr/>
        </p:nvGrpSpPr>
        <p:grpSpPr bwMode="auto">
          <a:xfrm>
            <a:off x="5778500" y="4192588"/>
            <a:ext cx="114300" cy="325437"/>
            <a:chOff x="-744760" y="5373475"/>
            <a:chExt cx="98109" cy="277585"/>
          </a:xfrm>
        </p:grpSpPr>
        <p:sp>
          <p:nvSpPr>
            <p:cNvPr id="146" name="Rectangle 145">
              <a:extLst>
                <a:ext uri="{FF2B5EF4-FFF2-40B4-BE49-F238E27FC236}">
                  <a16:creationId xmlns:a16="http://schemas.microsoft.com/office/drawing/2014/main" id="{5B7FB158-C38C-46FC-BAD8-84E24F7DA64A}"/>
                </a:ext>
              </a:extLst>
            </p:cNvPr>
            <p:cNvSpPr/>
            <p:nvPr/>
          </p:nvSpPr>
          <p:spPr bwMode="auto">
            <a:xfrm>
              <a:off x="-744760" y="5373475"/>
              <a:ext cx="98109" cy="90723"/>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47" name="Rectangle 146">
              <a:extLst>
                <a:ext uri="{FF2B5EF4-FFF2-40B4-BE49-F238E27FC236}">
                  <a16:creationId xmlns:a16="http://schemas.microsoft.com/office/drawing/2014/main" id="{6A48E088-A3C1-491E-B1EC-7434F1B7DACB}"/>
                </a:ext>
              </a:extLst>
            </p:cNvPr>
            <p:cNvSpPr/>
            <p:nvPr/>
          </p:nvSpPr>
          <p:spPr bwMode="auto">
            <a:xfrm>
              <a:off x="-744760" y="5560337"/>
              <a:ext cx="98109" cy="90723"/>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grpSp>
      <p:cxnSp>
        <p:nvCxnSpPr>
          <p:cNvPr id="148" name="Connector: Elbow 147">
            <a:extLst>
              <a:ext uri="{FF2B5EF4-FFF2-40B4-BE49-F238E27FC236}">
                <a16:creationId xmlns:a16="http://schemas.microsoft.com/office/drawing/2014/main" id="{63759E2B-FA0F-4F90-9D78-8EFFBA4FC77E}"/>
              </a:ext>
            </a:extLst>
          </p:cNvPr>
          <p:cNvCxnSpPr>
            <a:cxnSpLocks/>
            <a:stCxn id="143" idx="3"/>
            <a:endCxn id="146" idx="1"/>
          </p:cNvCxnSpPr>
          <p:nvPr/>
        </p:nvCxnSpPr>
        <p:spPr>
          <a:xfrm>
            <a:off x="4902200" y="4200525"/>
            <a:ext cx="876300" cy="46038"/>
          </a:xfrm>
          <a:prstGeom prst="bentConnector3">
            <a:avLst/>
          </a:prstGeom>
          <a:ln w="952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7B49DD36-4915-4A04-A302-257BF816C908}"/>
              </a:ext>
            </a:extLst>
          </p:cNvPr>
          <p:cNvCxnSpPr>
            <a:cxnSpLocks/>
            <a:stCxn id="144" idx="3"/>
            <a:endCxn id="147" idx="1"/>
          </p:cNvCxnSpPr>
          <p:nvPr/>
        </p:nvCxnSpPr>
        <p:spPr>
          <a:xfrm flipV="1">
            <a:off x="4902200" y="4465638"/>
            <a:ext cx="876300" cy="52387"/>
          </a:xfrm>
          <a:prstGeom prst="bentConnector3">
            <a:avLst/>
          </a:prstGeom>
          <a:ln w="9525">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150" name="Flowchart: Off-page Connector 149">
            <a:extLst>
              <a:ext uri="{FF2B5EF4-FFF2-40B4-BE49-F238E27FC236}">
                <a16:creationId xmlns:a16="http://schemas.microsoft.com/office/drawing/2014/main" id="{77EC99F1-2004-4EE1-B0A5-05565B95A351}"/>
              </a:ext>
            </a:extLst>
          </p:cNvPr>
          <p:cNvSpPr/>
          <p:nvPr/>
        </p:nvSpPr>
        <p:spPr bwMode="auto">
          <a:xfrm rot="5400000">
            <a:off x="5692446" y="3968874"/>
            <a:ext cx="371371" cy="759844"/>
          </a:xfrm>
          <a:prstGeom prst="flowChartOffpageConnector">
            <a:avLst/>
          </a:prstGeom>
          <a:solidFill>
            <a:schemeClr val="bg1"/>
          </a:solidFill>
          <a:ln w="9525">
            <a:solidFill>
              <a:schemeClr val="bg1"/>
            </a:solidFill>
            <a:miter lim="800000"/>
            <a:headEnd/>
            <a:tailEnd/>
          </a:ln>
        </p:spPr>
        <p:txBody>
          <a:bodyPr vert="vert270" lIns="0" tIns="0" rIns="0" bIns="0" anchor="ctr"/>
          <a:lstStyle/>
          <a:p>
            <a:pPr algn="ctr" defTabSz="576000">
              <a:lnSpc>
                <a:spcPct val="120000"/>
              </a:lnSpc>
              <a:defRPr/>
            </a:pPr>
            <a:r>
              <a:rPr lang="de-DE" dirty="0">
                <a:latin typeface="+mn-lt"/>
                <a:ea typeface="+mn-ea"/>
                <a:cs typeface="+mn-cs"/>
              </a:rPr>
              <a:t>I</a:t>
            </a:r>
            <a:r>
              <a:rPr lang="de-DE" baseline="-25000" dirty="0">
                <a:latin typeface="+mn-lt"/>
                <a:ea typeface="+mn-ea"/>
                <a:cs typeface="+mn-cs"/>
              </a:rPr>
              <a:t>sense</a:t>
            </a:r>
          </a:p>
        </p:txBody>
      </p:sp>
      <p:sp>
        <p:nvSpPr>
          <p:cNvPr id="151" name="TextBox 150">
            <a:extLst>
              <a:ext uri="{FF2B5EF4-FFF2-40B4-BE49-F238E27FC236}">
                <a16:creationId xmlns:a16="http://schemas.microsoft.com/office/drawing/2014/main" id="{BA2C4789-0EE3-48F2-A6F0-765B5DE6B782}"/>
              </a:ext>
            </a:extLst>
          </p:cNvPr>
          <p:cNvSpPr txBox="1"/>
          <p:nvPr/>
        </p:nvSpPr>
        <p:spPr bwMode="auto">
          <a:xfrm>
            <a:off x="5854700" y="2833688"/>
            <a:ext cx="328613" cy="174625"/>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de-DE" sz="1050" kern="0" dirty="0">
                <a:solidFill>
                  <a:schemeClr val="bg1"/>
                </a:solidFill>
                <a:latin typeface="+mn-lt"/>
                <a:ea typeface="+mn-ea"/>
                <a:cs typeface="+mn-cs"/>
              </a:rPr>
              <a:t>PWM</a:t>
            </a:r>
            <a:endParaRPr lang="de-DE" sz="1050" kern="0" baseline="-25000" dirty="0">
              <a:solidFill>
                <a:schemeClr val="bg1"/>
              </a:solidFill>
              <a:latin typeface="+mn-lt"/>
              <a:ea typeface="+mn-ea"/>
              <a:cs typeface="+mn-cs"/>
            </a:endParaRPr>
          </a:p>
        </p:txBody>
      </p:sp>
      <p:cxnSp>
        <p:nvCxnSpPr>
          <p:cNvPr id="158" name="Connector: Elbow 157">
            <a:extLst>
              <a:ext uri="{FF2B5EF4-FFF2-40B4-BE49-F238E27FC236}">
                <a16:creationId xmlns:a16="http://schemas.microsoft.com/office/drawing/2014/main" id="{8E1146FB-3380-4388-9437-C361D73A0B7F}"/>
              </a:ext>
            </a:extLst>
          </p:cNvPr>
          <p:cNvCxnSpPr>
            <a:cxnSpLocks/>
            <a:stCxn id="102" idx="6"/>
            <a:endCxn id="42114" idx="0"/>
          </p:cNvCxnSpPr>
          <p:nvPr/>
        </p:nvCxnSpPr>
        <p:spPr>
          <a:xfrm>
            <a:off x="2633663" y="1874838"/>
            <a:ext cx="1622425" cy="1416050"/>
          </a:xfrm>
          <a:prstGeom prst="bentConnector2">
            <a:avLst/>
          </a:prstGeom>
          <a:ln>
            <a:tailEnd type="none"/>
          </a:ln>
        </p:spPr>
        <p:style>
          <a:lnRef idx="1">
            <a:schemeClr val="dk1"/>
          </a:lnRef>
          <a:fillRef idx="0">
            <a:schemeClr val="dk1"/>
          </a:fillRef>
          <a:effectRef idx="0">
            <a:schemeClr val="dk1"/>
          </a:effectRef>
          <a:fontRef idx="minor">
            <a:schemeClr val="tx1"/>
          </a:fontRef>
        </p:style>
      </p:cxnSp>
      <p:cxnSp>
        <p:nvCxnSpPr>
          <p:cNvPr id="159" name="Connector: Elbow 158">
            <a:extLst>
              <a:ext uri="{FF2B5EF4-FFF2-40B4-BE49-F238E27FC236}">
                <a16:creationId xmlns:a16="http://schemas.microsoft.com/office/drawing/2014/main" id="{A20F6CA1-A924-4C76-83FE-23DD50C80FA1}"/>
              </a:ext>
            </a:extLst>
          </p:cNvPr>
          <p:cNvCxnSpPr>
            <a:cxnSpLocks/>
            <a:stCxn id="103" idx="6"/>
            <a:endCxn id="42114" idx="2"/>
          </p:cNvCxnSpPr>
          <p:nvPr/>
        </p:nvCxnSpPr>
        <p:spPr>
          <a:xfrm flipV="1">
            <a:off x="2633663" y="3933825"/>
            <a:ext cx="1622425" cy="833438"/>
          </a:xfrm>
          <a:prstGeom prst="bentConnector2">
            <a:avLst/>
          </a:prstGeom>
          <a:ln>
            <a:tailEnd type="none"/>
          </a:ln>
        </p:spPr>
        <p:style>
          <a:lnRef idx="1">
            <a:schemeClr val="dk1"/>
          </a:lnRef>
          <a:fillRef idx="0">
            <a:schemeClr val="dk1"/>
          </a:fillRef>
          <a:effectRef idx="0">
            <a:schemeClr val="dk1"/>
          </a:effectRef>
          <a:fontRef idx="minor">
            <a:schemeClr val="tx1"/>
          </a:fontRef>
        </p:style>
      </p:cxnSp>
      <p:sp>
        <p:nvSpPr>
          <p:cNvPr id="233" name="Rectangle 232">
            <a:extLst>
              <a:ext uri="{FF2B5EF4-FFF2-40B4-BE49-F238E27FC236}">
                <a16:creationId xmlns:a16="http://schemas.microsoft.com/office/drawing/2014/main" id="{28BA67A8-FD61-4FFE-8A49-BA74D000E137}"/>
              </a:ext>
            </a:extLst>
          </p:cNvPr>
          <p:cNvSpPr/>
          <p:nvPr/>
        </p:nvSpPr>
        <p:spPr bwMode="auto">
          <a:xfrm>
            <a:off x="4775200" y="2476500"/>
            <a:ext cx="127000" cy="12700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1</a:t>
            </a:r>
          </a:p>
        </p:txBody>
      </p:sp>
      <p:sp>
        <p:nvSpPr>
          <p:cNvPr id="234" name="TextBox 233">
            <a:extLst>
              <a:ext uri="{FF2B5EF4-FFF2-40B4-BE49-F238E27FC236}">
                <a16:creationId xmlns:a16="http://schemas.microsoft.com/office/drawing/2014/main" id="{D2086ABC-A26E-40A4-B7D4-00F55988D679}"/>
              </a:ext>
            </a:extLst>
          </p:cNvPr>
          <p:cNvSpPr txBox="1"/>
          <p:nvPr/>
        </p:nvSpPr>
        <p:spPr bwMode="auto">
          <a:xfrm>
            <a:off x="4943475" y="2420938"/>
            <a:ext cx="188913" cy="176212"/>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de-DE" sz="1050" kern="0" dirty="0">
                <a:solidFill>
                  <a:schemeClr val="bg1"/>
                </a:solidFill>
                <a:latin typeface="+mn-lt"/>
                <a:ea typeface="+mn-ea"/>
                <a:cs typeface="+mn-cs"/>
              </a:rPr>
              <a:t>V</a:t>
            </a:r>
            <a:r>
              <a:rPr lang="de-DE" sz="1050" kern="0" baseline="-25000" dirty="0">
                <a:solidFill>
                  <a:schemeClr val="bg1"/>
                </a:solidFill>
                <a:latin typeface="+mn-lt"/>
                <a:ea typeface="+mn-ea"/>
                <a:cs typeface="+mn-cs"/>
              </a:rPr>
              <a:t>dd</a:t>
            </a:r>
          </a:p>
        </p:txBody>
      </p:sp>
      <p:cxnSp>
        <p:nvCxnSpPr>
          <p:cNvPr id="236" name="Connector: Elbow 235">
            <a:extLst>
              <a:ext uri="{FF2B5EF4-FFF2-40B4-BE49-F238E27FC236}">
                <a16:creationId xmlns:a16="http://schemas.microsoft.com/office/drawing/2014/main" id="{24BBC990-67DD-4C51-AA69-DF0E7F809F13}"/>
              </a:ext>
            </a:extLst>
          </p:cNvPr>
          <p:cNvCxnSpPr>
            <a:cxnSpLocks/>
            <a:stCxn id="233" idx="1"/>
            <a:endCxn id="42112" idx="0"/>
          </p:cNvCxnSpPr>
          <p:nvPr/>
        </p:nvCxnSpPr>
        <p:spPr>
          <a:xfrm rot="10800000" flipV="1">
            <a:off x="4516438" y="2540000"/>
            <a:ext cx="258762" cy="787400"/>
          </a:xfrm>
          <a:prstGeom prst="bentConnector2">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998C3174-95F3-4B0C-8FF7-7749B7EC3997}"/>
              </a:ext>
            </a:extLst>
          </p:cNvPr>
          <p:cNvCxnSpPr>
            <a:cxnSpLocks/>
            <a:endCxn id="135" idx="1"/>
          </p:cNvCxnSpPr>
          <p:nvPr/>
        </p:nvCxnSpPr>
        <p:spPr>
          <a:xfrm flipV="1">
            <a:off x="4111625" y="3421063"/>
            <a:ext cx="663575" cy="1587"/>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372F4BEE-0ACB-48CC-95F8-07E6373E6344}"/>
              </a:ext>
            </a:extLst>
          </p:cNvPr>
          <p:cNvCxnSpPr>
            <a:cxnSpLocks/>
            <a:endCxn id="136" idx="1"/>
          </p:cNvCxnSpPr>
          <p:nvPr/>
        </p:nvCxnSpPr>
        <p:spPr>
          <a:xfrm>
            <a:off x="4111625" y="3881438"/>
            <a:ext cx="663575" cy="3175"/>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77" name="Oval 276">
            <a:extLst>
              <a:ext uri="{FF2B5EF4-FFF2-40B4-BE49-F238E27FC236}">
                <a16:creationId xmlns:a16="http://schemas.microsoft.com/office/drawing/2014/main" id="{026201B3-6F78-4AE2-A55F-ECF1F7AF8E80}"/>
              </a:ext>
            </a:extLst>
          </p:cNvPr>
          <p:cNvSpPr/>
          <p:nvPr/>
        </p:nvSpPr>
        <p:spPr bwMode="auto">
          <a:xfrm>
            <a:off x="2549525" y="4049713"/>
            <a:ext cx="84138" cy="85725"/>
          </a:xfrm>
          <a:prstGeom prst="ellipse">
            <a:avLst/>
          </a:prstGeom>
          <a:solidFill>
            <a:schemeClr val="tx1"/>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280" name="Oval 279">
            <a:extLst>
              <a:ext uri="{FF2B5EF4-FFF2-40B4-BE49-F238E27FC236}">
                <a16:creationId xmlns:a16="http://schemas.microsoft.com/office/drawing/2014/main" id="{E231AC4B-D226-4CFA-8061-D549AE8BAC60}"/>
              </a:ext>
            </a:extLst>
          </p:cNvPr>
          <p:cNvSpPr/>
          <p:nvPr/>
        </p:nvSpPr>
        <p:spPr bwMode="auto">
          <a:xfrm>
            <a:off x="2549525" y="4603750"/>
            <a:ext cx="84138" cy="84138"/>
          </a:xfrm>
          <a:prstGeom prst="ellipse">
            <a:avLst/>
          </a:prstGeom>
          <a:solidFill>
            <a:schemeClr val="tx1"/>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cxnSp>
        <p:nvCxnSpPr>
          <p:cNvPr id="281" name="Connector: Elbow 280">
            <a:extLst>
              <a:ext uri="{FF2B5EF4-FFF2-40B4-BE49-F238E27FC236}">
                <a16:creationId xmlns:a16="http://schemas.microsoft.com/office/drawing/2014/main" id="{812A40B6-1B8F-4B77-926C-44F272F2E4D0}"/>
              </a:ext>
            </a:extLst>
          </p:cNvPr>
          <p:cNvCxnSpPr>
            <a:cxnSpLocks/>
            <a:stCxn id="280" idx="6"/>
            <a:endCxn id="144" idx="1"/>
          </p:cNvCxnSpPr>
          <p:nvPr/>
        </p:nvCxnSpPr>
        <p:spPr>
          <a:xfrm flipV="1">
            <a:off x="2633663" y="4518025"/>
            <a:ext cx="2141537" cy="127000"/>
          </a:xfrm>
          <a:prstGeom prst="bentConnector3">
            <a:avLst>
              <a:gd name="adj1" fmla="val 50000"/>
            </a:avLst>
          </a:prstGeom>
          <a:ln>
            <a:tailEnd type="none"/>
          </a:ln>
        </p:spPr>
        <p:style>
          <a:lnRef idx="1">
            <a:schemeClr val="dk1"/>
          </a:lnRef>
          <a:fillRef idx="0">
            <a:schemeClr val="dk1"/>
          </a:fillRef>
          <a:effectRef idx="0">
            <a:schemeClr val="dk1"/>
          </a:effectRef>
          <a:fontRef idx="minor">
            <a:schemeClr val="tx1"/>
          </a:fontRef>
        </p:style>
      </p:cxnSp>
      <p:cxnSp>
        <p:nvCxnSpPr>
          <p:cNvPr id="284" name="Connector: Elbow 283">
            <a:extLst>
              <a:ext uri="{FF2B5EF4-FFF2-40B4-BE49-F238E27FC236}">
                <a16:creationId xmlns:a16="http://schemas.microsoft.com/office/drawing/2014/main" id="{0BC2E493-E921-47C4-B9AC-EA5BB2134D01}"/>
              </a:ext>
            </a:extLst>
          </p:cNvPr>
          <p:cNvCxnSpPr>
            <a:cxnSpLocks/>
            <a:stCxn id="277" idx="6"/>
            <a:endCxn id="143" idx="1"/>
          </p:cNvCxnSpPr>
          <p:nvPr/>
        </p:nvCxnSpPr>
        <p:spPr>
          <a:xfrm>
            <a:off x="2633663" y="4092575"/>
            <a:ext cx="2141537" cy="107950"/>
          </a:xfrm>
          <a:prstGeom prst="bentConnector3">
            <a:avLst>
              <a:gd name="adj1" fmla="val 50000"/>
            </a:avLst>
          </a:prstGeom>
          <a:ln>
            <a:tailEnd type="none"/>
          </a:ln>
        </p:spPr>
        <p:style>
          <a:lnRef idx="1">
            <a:schemeClr val="dk1"/>
          </a:lnRef>
          <a:fillRef idx="0">
            <a:schemeClr val="dk1"/>
          </a:fillRef>
          <a:effectRef idx="0">
            <a:schemeClr val="dk1"/>
          </a:effectRef>
          <a:fontRef idx="minor">
            <a:schemeClr val="tx1"/>
          </a:fontRef>
        </p:style>
      </p:cxnSp>
      <p:grpSp>
        <p:nvGrpSpPr>
          <p:cNvPr id="42041" name="Group 254">
            <a:extLst>
              <a:ext uri="{FF2B5EF4-FFF2-40B4-BE49-F238E27FC236}">
                <a16:creationId xmlns:a16="http://schemas.microsoft.com/office/drawing/2014/main" id="{DCFF386E-F8FD-4862-A660-5E0BBED5ED4F}"/>
              </a:ext>
            </a:extLst>
          </p:cNvPr>
          <p:cNvGrpSpPr>
            <a:grpSpLocks/>
          </p:cNvGrpSpPr>
          <p:nvPr/>
        </p:nvGrpSpPr>
        <p:grpSpPr bwMode="auto">
          <a:xfrm>
            <a:off x="3881438" y="3290888"/>
            <a:ext cx="749300" cy="642937"/>
            <a:chOff x="9325815" y="3700336"/>
            <a:chExt cx="639518" cy="371302"/>
          </a:xfrm>
        </p:grpSpPr>
        <p:sp>
          <p:nvSpPr>
            <p:cNvPr id="42112" name="Rectangle 243">
              <a:extLst>
                <a:ext uri="{FF2B5EF4-FFF2-40B4-BE49-F238E27FC236}">
                  <a16:creationId xmlns:a16="http://schemas.microsoft.com/office/drawing/2014/main" id="{D21E8832-898C-4D17-84EB-282E960EEFFD}"/>
                </a:ext>
              </a:extLst>
            </p:cNvPr>
            <p:cNvSpPr>
              <a:spLocks noChangeArrowheads="1"/>
            </p:cNvSpPr>
            <p:nvPr/>
          </p:nvSpPr>
          <p:spPr bwMode="auto">
            <a:xfrm>
              <a:off x="9781080" y="3721406"/>
              <a:ext cx="172042" cy="100501"/>
            </a:xfrm>
            <a:prstGeom prst="rect">
              <a:avLst/>
            </a:prstGeom>
            <a:solidFill>
              <a:schemeClr val="tx1"/>
            </a:solidFill>
            <a:ln w="9525">
              <a:solidFill>
                <a:schemeClr val="tx1"/>
              </a:solidFill>
              <a:miter lim="800000"/>
              <a:headEnd/>
              <a:tailEnd/>
            </a:ln>
          </p:spPr>
          <p:txBody>
            <a:bodyPr lIns="0" tIns="0" rIns="0" bIns="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endParaRPr lang="de-DE" altLang="de-DE" sz="900"/>
            </a:p>
          </p:txBody>
        </p:sp>
        <p:sp>
          <p:nvSpPr>
            <p:cNvPr id="42113" name="Rectangle 249">
              <a:extLst>
                <a:ext uri="{FF2B5EF4-FFF2-40B4-BE49-F238E27FC236}">
                  <a16:creationId xmlns:a16="http://schemas.microsoft.com/office/drawing/2014/main" id="{831AE05E-37E3-49B3-A0CB-ED58FEA42B5A}"/>
                </a:ext>
              </a:extLst>
            </p:cNvPr>
            <p:cNvSpPr>
              <a:spLocks noChangeArrowheads="1"/>
            </p:cNvSpPr>
            <p:nvPr/>
          </p:nvSpPr>
          <p:spPr bwMode="auto">
            <a:xfrm>
              <a:off x="9781080" y="3907510"/>
              <a:ext cx="172042" cy="100501"/>
            </a:xfrm>
            <a:prstGeom prst="rect">
              <a:avLst/>
            </a:prstGeom>
            <a:solidFill>
              <a:schemeClr val="tx1"/>
            </a:solidFill>
            <a:ln w="9525">
              <a:solidFill>
                <a:schemeClr val="tx1"/>
              </a:solidFill>
              <a:miter lim="800000"/>
              <a:headEnd/>
              <a:tailEnd/>
            </a:ln>
          </p:spPr>
          <p:txBody>
            <a:bodyPr lIns="0" tIns="0" rIns="0" bIns="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endParaRPr lang="de-DE" altLang="de-DE" sz="900"/>
            </a:p>
          </p:txBody>
        </p:sp>
        <p:sp>
          <p:nvSpPr>
            <p:cNvPr id="42114" name="Rectangle 242">
              <a:extLst>
                <a:ext uri="{FF2B5EF4-FFF2-40B4-BE49-F238E27FC236}">
                  <a16:creationId xmlns:a16="http://schemas.microsoft.com/office/drawing/2014/main" id="{9A9936C0-CDB9-4744-BF4F-9AAC2E0658AD}"/>
                </a:ext>
              </a:extLst>
            </p:cNvPr>
            <p:cNvSpPr>
              <a:spLocks noChangeArrowheads="1"/>
            </p:cNvSpPr>
            <p:nvPr/>
          </p:nvSpPr>
          <p:spPr bwMode="auto">
            <a:xfrm>
              <a:off x="9325815" y="3700336"/>
              <a:ext cx="639518" cy="371302"/>
            </a:xfrm>
            <a:prstGeom prst="rect">
              <a:avLst/>
            </a:prstGeom>
            <a:solidFill>
              <a:schemeClr val="bg1"/>
            </a:solidFill>
            <a:ln w="9525">
              <a:solidFill>
                <a:schemeClr val="tx1"/>
              </a:solidFill>
              <a:miter lim="800000"/>
              <a:headEnd/>
              <a:tailEnd/>
            </a:ln>
          </p:spPr>
          <p:txBody>
            <a:bodyPr lIns="0" tIns="0" rIns="0" bIns="0" anchor="ctr"/>
            <a:lstStyle>
              <a:lvl1pPr defTabSz="574675">
                <a:defRPr sz="1400">
                  <a:solidFill>
                    <a:schemeClr val="tx1"/>
                  </a:solidFill>
                  <a:latin typeface="Arial" panose="020B0604020202020204" pitchFamily="34" charset="0"/>
                  <a:ea typeface="Arial Unicode MS"/>
                  <a:cs typeface="Arial Unicode MS"/>
                </a:defRPr>
              </a:lvl1pPr>
              <a:lvl2pPr marL="742950" indent="-285750" defTabSz="574675">
                <a:defRPr sz="1400">
                  <a:solidFill>
                    <a:schemeClr val="tx1"/>
                  </a:solidFill>
                  <a:latin typeface="Arial" panose="020B0604020202020204" pitchFamily="34" charset="0"/>
                  <a:ea typeface="Arial Unicode MS"/>
                  <a:cs typeface="Arial Unicode MS"/>
                </a:defRPr>
              </a:lvl2pPr>
              <a:lvl3pPr marL="1143000" indent="-228600" defTabSz="574675">
                <a:defRPr sz="1400">
                  <a:solidFill>
                    <a:schemeClr val="tx1"/>
                  </a:solidFill>
                  <a:latin typeface="Arial" panose="020B0604020202020204" pitchFamily="34" charset="0"/>
                  <a:ea typeface="Arial Unicode MS"/>
                  <a:cs typeface="Arial Unicode MS"/>
                </a:defRPr>
              </a:lvl3pPr>
              <a:lvl4pPr marL="1600200" indent="-228600" defTabSz="574675">
                <a:defRPr sz="1400">
                  <a:solidFill>
                    <a:schemeClr val="tx1"/>
                  </a:solidFill>
                  <a:latin typeface="Arial" panose="020B0604020202020204" pitchFamily="34" charset="0"/>
                  <a:ea typeface="Arial Unicode MS"/>
                  <a:cs typeface="Arial Unicode MS"/>
                </a:defRPr>
              </a:lvl4pPr>
              <a:lvl5pPr marL="2057400" indent="-228600" defTabSz="574675">
                <a:defRPr sz="1400">
                  <a:solidFill>
                    <a:schemeClr val="tx1"/>
                  </a:solidFill>
                  <a:latin typeface="Arial" panose="020B0604020202020204" pitchFamily="34" charset="0"/>
                  <a:ea typeface="Arial Unicode MS"/>
                  <a:cs typeface="Arial Unicode MS"/>
                </a:defRPr>
              </a:lvl5pPr>
              <a:lvl6pPr marL="25146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6pPr>
              <a:lvl7pPr marL="29718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7pPr>
              <a:lvl8pPr marL="34290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8pPr>
              <a:lvl9pPr marL="3886200" indent="-228600" defTabSz="574675" eaLnBrk="0" fontAlgn="base" hangingPunct="0">
                <a:spcBef>
                  <a:spcPct val="0"/>
                </a:spcBef>
                <a:spcAft>
                  <a:spcPct val="0"/>
                </a:spcAft>
                <a:defRPr sz="1400">
                  <a:solidFill>
                    <a:schemeClr val="tx1"/>
                  </a:solidFill>
                  <a:latin typeface="Arial" panose="020B0604020202020204" pitchFamily="34" charset="0"/>
                  <a:ea typeface="Arial Unicode MS"/>
                  <a:cs typeface="Arial Unicode MS"/>
                </a:defRPr>
              </a:lvl9pPr>
            </a:lstStyle>
            <a:p>
              <a:pPr algn="ctr">
                <a:lnSpc>
                  <a:spcPct val="120000"/>
                </a:lnSpc>
              </a:pPr>
              <a:r>
                <a:rPr lang="de-DE" altLang="de-DE" sz="1200"/>
                <a:t>AC decoupling</a:t>
              </a:r>
              <a:br>
                <a:rPr lang="de-DE" altLang="de-DE" sz="1200"/>
              </a:br>
              <a:r>
                <a:rPr lang="de-DE" altLang="de-DE" sz="1200"/>
                <a:t>circuit</a:t>
              </a:r>
            </a:p>
          </p:txBody>
        </p:sp>
      </p:grpSp>
      <p:cxnSp>
        <p:nvCxnSpPr>
          <p:cNvPr id="297" name="Straight Connector 296">
            <a:extLst>
              <a:ext uri="{FF2B5EF4-FFF2-40B4-BE49-F238E27FC236}">
                <a16:creationId xmlns:a16="http://schemas.microsoft.com/office/drawing/2014/main" id="{8F1386B9-B237-4D26-82D9-0B7CC16AB9ED}"/>
              </a:ext>
            </a:extLst>
          </p:cNvPr>
          <p:cNvCxnSpPr>
            <a:cxnSpLocks/>
            <a:stCxn id="108" idx="6"/>
            <a:endCxn id="124" idx="1"/>
          </p:cNvCxnSpPr>
          <p:nvPr/>
        </p:nvCxnSpPr>
        <p:spPr>
          <a:xfrm>
            <a:off x="3148013" y="2921000"/>
            <a:ext cx="114300"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9" name="TextBox 238">
            <a:extLst>
              <a:ext uri="{FF2B5EF4-FFF2-40B4-BE49-F238E27FC236}">
                <a16:creationId xmlns:a16="http://schemas.microsoft.com/office/drawing/2014/main" id="{DA39BCDD-07D0-44AC-83D9-E4AB471D459C}"/>
              </a:ext>
            </a:extLst>
          </p:cNvPr>
          <p:cNvSpPr txBox="1"/>
          <p:nvPr/>
        </p:nvSpPr>
        <p:spPr bwMode="auto">
          <a:xfrm>
            <a:off x="328613" y="1628775"/>
            <a:ext cx="1760537" cy="3336925"/>
          </a:xfrm>
          <a:prstGeom prst="rect">
            <a:avLst/>
          </a:prstGeom>
          <a:noFill/>
          <a:ln w="9525">
            <a:noFill/>
            <a:miter lim="800000"/>
            <a:headEnd/>
            <a:tailEnd/>
          </a:ln>
          <a:effectLst/>
        </p:spPr>
        <p:txBody>
          <a:bodyPr lIns="0" tIns="0" rIns="0" bIns="0">
            <a:spAutoFit/>
          </a:bodyPr>
          <a:lstStyle/>
          <a:p>
            <a:pPr marL="252000" indent="-252000" defTabSz="576000" fontAlgn="auto">
              <a:lnSpc>
                <a:spcPct val="120000"/>
              </a:lnSpc>
              <a:spcBef>
                <a:spcPts val="0"/>
              </a:spcBef>
              <a:spcAft>
                <a:spcPts val="0"/>
              </a:spcAft>
              <a:buClr>
                <a:schemeClr val="tx2"/>
              </a:buClr>
              <a:buFont typeface="Arial" panose="020B0604020202020204" pitchFamily="34" charset="0"/>
              <a:buChar char="‒"/>
              <a:defRPr/>
            </a:pPr>
            <a:r>
              <a:rPr lang="de-DE" kern="0" dirty="0">
                <a:latin typeface="+mn-lt"/>
                <a:ea typeface="+mn-ea"/>
                <a:cs typeface="+mn-cs"/>
              </a:rPr>
              <a:t>Requires V/I sensing of the pack only.</a:t>
            </a:r>
          </a:p>
          <a:p>
            <a:pPr marL="252000" indent="-252000" defTabSz="576000" fontAlgn="auto">
              <a:lnSpc>
                <a:spcPct val="120000"/>
              </a:lnSpc>
              <a:spcBef>
                <a:spcPts val="0"/>
              </a:spcBef>
              <a:spcAft>
                <a:spcPts val="0"/>
              </a:spcAft>
              <a:buClr>
                <a:schemeClr val="tx2"/>
              </a:buClr>
              <a:buFont typeface="Arial" panose="020B0604020202020204" pitchFamily="34" charset="0"/>
              <a:buChar char="‒"/>
              <a:defRPr/>
            </a:pPr>
            <a:r>
              <a:rPr lang="de-DE" kern="0" dirty="0">
                <a:latin typeface="+mn-lt"/>
                <a:ea typeface="+mn-ea"/>
                <a:cs typeface="+mn-cs"/>
              </a:rPr>
              <a:t>Typically performed by the pack montoring IC.</a:t>
            </a:r>
          </a:p>
          <a:p>
            <a:pPr marL="252000" indent="-252000" defTabSz="576000" fontAlgn="auto">
              <a:lnSpc>
                <a:spcPct val="120000"/>
              </a:lnSpc>
              <a:spcBef>
                <a:spcPts val="0"/>
              </a:spcBef>
              <a:spcAft>
                <a:spcPts val="0"/>
              </a:spcAft>
              <a:buClr>
                <a:schemeClr val="tx2"/>
              </a:buClr>
              <a:buFont typeface="Arial" panose="020B0604020202020204" pitchFamily="34" charset="0"/>
              <a:buChar char="‒"/>
              <a:defRPr/>
            </a:pPr>
            <a:r>
              <a:rPr lang="de-DE" kern="0" dirty="0">
                <a:latin typeface="+mn-lt"/>
                <a:ea typeface="+mn-ea"/>
                <a:cs typeface="+mn-cs"/>
              </a:rPr>
              <a:t>Typically performed </a:t>
            </a:r>
            <a:r>
              <a:rPr lang="de-DE" kern="0">
                <a:latin typeface="+mn-lt"/>
                <a:ea typeface="+mn-ea"/>
                <a:cs typeface="+mn-cs"/>
              </a:rPr>
              <a:t>for intercept-point </a:t>
            </a:r>
            <a:r>
              <a:rPr lang="de-DE" kern="0" dirty="0">
                <a:latin typeface="+mn-lt"/>
                <a:ea typeface="+mn-ea"/>
                <a:cs typeface="+mn-cs"/>
              </a:rPr>
              <a:t>(typically high Hz) ranges for </a:t>
            </a:r>
            <a:r>
              <a:rPr lang="de-DE" kern="0">
                <a:latin typeface="+mn-lt"/>
                <a:ea typeface="+mn-ea"/>
                <a:cs typeface="+mn-cs"/>
              </a:rPr>
              <a:t>estimating State-of-Power.</a:t>
            </a:r>
            <a:endParaRPr lang="de-DE" kern="0" dirty="0">
              <a:latin typeface="+mn-lt"/>
              <a:ea typeface="+mn-ea"/>
              <a:cs typeface="+mn-cs"/>
            </a:endParaRPr>
          </a:p>
        </p:txBody>
      </p:sp>
      <p:sp>
        <p:nvSpPr>
          <p:cNvPr id="245" name="Rectangle 244">
            <a:extLst>
              <a:ext uri="{FF2B5EF4-FFF2-40B4-BE49-F238E27FC236}">
                <a16:creationId xmlns:a16="http://schemas.microsoft.com/office/drawing/2014/main" id="{78B9218B-8721-47AF-B94B-6CFE236C1F75}"/>
              </a:ext>
            </a:extLst>
          </p:cNvPr>
          <p:cNvSpPr/>
          <p:nvPr/>
        </p:nvSpPr>
        <p:spPr bwMode="auto">
          <a:xfrm>
            <a:off x="328613" y="4941888"/>
            <a:ext cx="6229350" cy="1439862"/>
          </a:xfrm>
          <a:prstGeom prst="rect">
            <a:avLst/>
          </a:prstGeom>
          <a:solidFill>
            <a:schemeClr val="bg1"/>
          </a:solidFill>
          <a:ln w="9525">
            <a:solidFill>
              <a:schemeClr val="accent1"/>
            </a:solidFill>
            <a:miter lim="800000"/>
            <a:headEnd/>
            <a:tailEnd/>
          </a:ln>
        </p:spPr>
        <p:txBody>
          <a:bodyPr lIns="72000" tIns="72000" rIns="72000" bIns="72000"/>
          <a:lstStyle/>
          <a:p>
            <a:pPr defTabSz="576000">
              <a:lnSpc>
                <a:spcPct val="120000"/>
              </a:lnSpc>
              <a:defRPr/>
            </a:pPr>
            <a:r>
              <a:rPr lang="de-DE" b="1" u="sng">
                <a:latin typeface="Arial" charset="0"/>
                <a:ea typeface="+mn-ea"/>
                <a:cs typeface="+mn-cs"/>
              </a:rPr>
              <a:t>Available </a:t>
            </a:r>
            <a:r>
              <a:rPr lang="de-DE" b="1" u="sng" dirty="0">
                <a:latin typeface="Arial" charset="0"/>
                <a:ea typeface="+mn-ea"/>
                <a:cs typeface="+mn-cs"/>
              </a:rPr>
              <a:t>Infineon Solutions:</a:t>
            </a:r>
          </a:p>
          <a:p>
            <a:pPr marL="285750" indent="-285750" defTabSz="576000">
              <a:lnSpc>
                <a:spcPct val="120000"/>
              </a:lnSpc>
              <a:buFontTx/>
              <a:buChar char="-"/>
              <a:defRPr/>
            </a:pPr>
            <a:r>
              <a:rPr lang="de-DE" b="1" dirty="0">
                <a:latin typeface="Arial" charset="0"/>
                <a:ea typeface="+mn-ea"/>
                <a:cs typeface="+mn-cs"/>
              </a:rPr>
              <a:t>PSOC</a:t>
            </a:r>
            <a:r>
              <a:rPr lang="de-DE" b="1" baseline="30000" dirty="0">
                <a:latin typeface="Arial" charset="0"/>
                <a:ea typeface="+mn-ea"/>
                <a:cs typeface="+mn-cs"/>
              </a:rPr>
              <a:t>TM</a:t>
            </a:r>
            <a:r>
              <a:rPr lang="de-DE" b="1" dirty="0">
                <a:latin typeface="Arial" charset="0"/>
                <a:ea typeface="+mn-ea"/>
                <a:cs typeface="+mn-cs"/>
              </a:rPr>
              <a:t> </a:t>
            </a:r>
            <a:r>
              <a:rPr lang="de-DE" b="1" dirty="0"/>
              <a:t>SPM</a:t>
            </a:r>
            <a:r>
              <a:rPr lang="de-DE" b="1" dirty="0">
                <a:latin typeface="Arial" charset="0"/>
                <a:ea typeface="+mn-ea"/>
                <a:cs typeface="+mn-cs"/>
              </a:rPr>
              <a:t>:</a:t>
            </a:r>
            <a:r>
              <a:rPr lang="de-DE" dirty="0">
                <a:latin typeface="Arial" charset="0"/>
                <a:ea typeface="+mn-ea"/>
                <a:cs typeface="+mn-cs"/>
              </a:rPr>
              <a:t> Pack monitoring IC </a:t>
            </a:r>
            <a:r>
              <a:rPr lang="de-DE">
                <a:latin typeface="Arial" charset="0"/>
                <a:ea typeface="+mn-ea"/>
                <a:cs typeface="+mn-cs"/>
              </a:rPr>
              <a:t>with High-Voltage </a:t>
            </a:r>
            <a:r>
              <a:rPr lang="de-DE" dirty="0">
                <a:latin typeface="Arial" charset="0"/>
                <a:ea typeface="+mn-ea"/>
                <a:cs typeface="+mn-cs"/>
              </a:rPr>
              <a:t>Precision Analog and capability to measure up </a:t>
            </a:r>
            <a:r>
              <a:rPr lang="de-DE">
                <a:latin typeface="Arial" charset="0"/>
                <a:ea typeface="+mn-ea"/>
                <a:cs typeface="+mn-cs"/>
              </a:rPr>
              <a:t>to 10 kHz pack EIS.</a:t>
            </a:r>
            <a:endParaRPr lang="de-DE" dirty="0">
              <a:latin typeface="Arial" charset="0"/>
              <a:ea typeface="+mn-ea"/>
              <a:cs typeface="+mn-cs"/>
            </a:endParaRPr>
          </a:p>
        </p:txBody>
      </p:sp>
      <p:sp>
        <p:nvSpPr>
          <p:cNvPr id="152" name="Rectangle 151">
            <a:extLst>
              <a:ext uri="{FF2B5EF4-FFF2-40B4-BE49-F238E27FC236}">
                <a16:creationId xmlns:a16="http://schemas.microsoft.com/office/drawing/2014/main" id="{637A79F4-C8BD-45D6-9633-F63BDE03DC13}"/>
              </a:ext>
            </a:extLst>
          </p:cNvPr>
          <p:cNvSpPr/>
          <p:nvPr/>
        </p:nvSpPr>
        <p:spPr bwMode="auto">
          <a:xfrm>
            <a:off x="6672263" y="1052513"/>
            <a:ext cx="5400675" cy="3889375"/>
          </a:xfrm>
          <a:prstGeom prst="rect">
            <a:avLst/>
          </a:prstGeom>
          <a:solidFill>
            <a:schemeClr val="bg1"/>
          </a:solidFill>
          <a:ln w="9525">
            <a:solidFill>
              <a:schemeClr val="accent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53" name="Rectangle 152">
            <a:extLst>
              <a:ext uri="{FF2B5EF4-FFF2-40B4-BE49-F238E27FC236}">
                <a16:creationId xmlns:a16="http://schemas.microsoft.com/office/drawing/2014/main" id="{E3FD9421-A6DF-47B1-A2E2-5FD92D1D18A2}"/>
              </a:ext>
            </a:extLst>
          </p:cNvPr>
          <p:cNvSpPr/>
          <p:nvPr/>
        </p:nvSpPr>
        <p:spPr bwMode="auto">
          <a:xfrm>
            <a:off x="6672263" y="1052513"/>
            <a:ext cx="5400675" cy="444500"/>
          </a:xfrm>
          <a:prstGeom prst="rect">
            <a:avLst/>
          </a:prstGeom>
          <a:solidFill>
            <a:schemeClr val="accent1">
              <a:lumMod val="20000"/>
              <a:lumOff val="80000"/>
            </a:schemeClr>
          </a:solidFill>
          <a:ln w="9525">
            <a:solidFill>
              <a:schemeClr val="accent1"/>
            </a:solidFill>
            <a:miter lim="800000"/>
            <a:headEnd/>
            <a:tailEnd/>
          </a:ln>
        </p:spPr>
        <p:txBody>
          <a:bodyPr lIns="72000" tIns="72000" rIns="72000" bIns="72000" anchor="ctr"/>
          <a:lstStyle/>
          <a:p>
            <a:pPr algn="ctr" defTabSz="576000">
              <a:lnSpc>
                <a:spcPct val="120000"/>
              </a:lnSpc>
              <a:defRPr/>
            </a:pPr>
            <a:r>
              <a:rPr lang="de-DE" sz="2000" b="1">
                <a:latin typeface="+mn-lt"/>
                <a:ea typeface="+mn-ea"/>
                <a:cs typeface="+mn-cs"/>
              </a:rPr>
              <a:t>Cell-Level </a:t>
            </a:r>
            <a:r>
              <a:rPr lang="de-DE" sz="2000" b="1" dirty="0">
                <a:latin typeface="+mn-lt"/>
                <a:ea typeface="+mn-ea"/>
                <a:cs typeface="+mn-cs"/>
              </a:rPr>
              <a:t>EIS</a:t>
            </a:r>
          </a:p>
        </p:txBody>
      </p:sp>
      <p:sp>
        <p:nvSpPr>
          <p:cNvPr id="154" name="TextBox 153">
            <a:extLst>
              <a:ext uri="{FF2B5EF4-FFF2-40B4-BE49-F238E27FC236}">
                <a16:creationId xmlns:a16="http://schemas.microsoft.com/office/drawing/2014/main" id="{7DF70D5C-1D4D-4130-A909-0F4E7E1DAA4E}"/>
              </a:ext>
            </a:extLst>
          </p:cNvPr>
          <p:cNvSpPr txBox="1"/>
          <p:nvPr/>
        </p:nvSpPr>
        <p:spPr bwMode="auto">
          <a:xfrm>
            <a:off x="6672263" y="1628775"/>
            <a:ext cx="2232025" cy="3078600"/>
          </a:xfrm>
          <a:prstGeom prst="rect">
            <a:avLst/>
          </a:prstGeom>
          <a:noFill/>
          <a:ln w="9525">
            <a:noFill/>
            <a:miter lim="800000"/>
            <a:headEnd/>
            <a:tailEnd/>
          </a:ln>
          <a:effectLst/>
        </p:spPr>
        <p:txBody>
          <a:bodyPr lIns="0" tIns="0" rIns="0" bIns="0">
            <a:spAutoFit/>
          </a:bodyPr>
          <a:lstStyle/>
          <a:p>
            <a:pPr marL="252000" indent="-252000" defTabSz="576000" fontAlgn="auto">
              <a:lnSpc>
                <a:spcPct val="120000"/>
              </a:lnSpc>
              <a:spcBef>
                <a:spcPts val="0"/>
              </a:spcBef>
              <a:spcAft>
                <a:spcPts val="0"/>
              </a:spcAft>
              <a:buClr>
                <a:schemeClr val="tx2"/>
              </a:buClr>
              <a:buFont typeface="Arial" panose="020B0604020202020204" pitchFamily="34" charset="0"/>
              <a:buChar char="‒"/>
              <a:defRPr/>
            </a:pPr>
            <a:r>
              <a:rPr lang="de-DE" kern="0" dirty="0">
                <a:latin typeface="+mn-lt"/>
                <a:ea typeface="+mn-ea"/>
                <a:cs typeface="+mn-cs"/>
              </a:rPr>
              <a:t>Requires V/I sensing of every individual cell.</a:t>
            </a:r>
          </a:p>
          <a:p>
            <a:pPr marL="252000" indent="-252000" defTabSz="576000" fontAlgn="auto">
              <a:lnSpc>
                <a:spcPct val="120000"/>
              </a:lnSpc>
              <a:spcBef>
                <a:spcPts val="0"/>
              </a:spcBef>
              <a:spcAft>
                <a:spcPts val="0"/>
              </a:spcAft>
              <a:buClr>
                <a:schemeClr val="tx2"/>
              </a:buClr>
              <a:buFont typeface="Arial" panose="020B0604020202020204" pitchFamily="34" charset="0"/>
              <a:buChar char="‒"/>
              <a:defRPr/>
            </a:pPr>
            <a:r>
              <a:rPr lang="de-DE" kern="0" dirty="0">
                <a:latin typeface="+mn-lt"/>
                <a:ea typeface="+mn-ea"/>
                <a:cs typeface="+mn-cs"/>
              </a:rPr>
              <a:t>Can be performed </a:t>
            </a:r>
            <a:r>
              <a:rPr lang="de-DE" kern="0">
                <a:latin typeface="+mn-lt"/>
                <a:ea typeface="+mn-ea"/>
                <a:cs typeface="+mn-cs"/>
              </a:rPr>
              <a:t>using single-channel </a:t>
            </a:r>
            <a:r>
              <a:rPr lang="de-DE" kern="0" dirty="0">
                <a:latin typeface="+mn-lt"/>
                <a:ea typeface="+mn-ea"/>
                <a:cs typeface="+mn-cs"/>
              </a:rPr>
              <a:t>AFE</a:t>
            </a:r>
            <a:r>
              <a:rPr lang="de-DE" kern="0">
                <a:latin typeface="+mn-lt"/>
                <a:ea typeface="+mn-ea"/>
                <a:cs typeface="+mn-cs"/>
              </a:rPr>
              <a:t>, multi-channel </a:t>
            </a:r>
            <a:r>
              <a:rPr lang="de-DE" kern="0" dirty="0">
                <a:latin typeface="+mn-lt"/>
                <a:ea typeface="+mn-ea"/>
                <a:cs typeface="+mn-cs"/>
              </a:rPr>
              <a:t>AFE, or highly synchronous AFEs.</a:t>
            </a:r>
          </a:p>
          <a:p>
            <a:pPr marL="252000" indent="-252000" defTabSz="576000" fontAlgn="auto">
              <a:lnSpc>
                <a:spcPct val="120000"/>
              </a:lnSpc>
              <a:spcBef>
                <a:spcPts val="0"/>
              </a:spcBef>
              <a:spcAft>
                <a:spcPts val="0"/>
              </a:spcAft>
              <a:buClr>
                <a:schemeClr val="tx2"/>
              </a:buClr>
              <a:buFont typeface="Arial" panose="020B0604020202020204" pitchFamily="34" charset="0"/>
              <a:buChar char="‒"/>
              <a:defRPr/>
            </a:pPr>
            <a:r>
              <a:rPr lang="de-DE" kern="0" dirty="0">
                <a:latin typeface="+mn-lt"/>
                <a:ea typeface="+mn-ea"/>
                <a:cs typeface="+mn-cs"/>
              </a:rPr>
              <a:t>Typically performed for  mHz </a:t>
            </a:r>
            <a:r>
              <a:rPr lang="de-DE" kern="0">
                <a:latin typeface="+mn-lt"/>
                <a:ea typeface="+mn-ea"/>
                <a:cs typeface="+mn-cs"/>
              </a:rPr>
              <a:t>to mid-Hz </a:t>
            </a:r>
            <a:r>
              <a:rPr lang="de-DE" kern="0" dirty="0">
                <a:latin typeface="+mn-lt"/>
                <a:ea typeface="+mn-ea"/>
                <a:cs typeface="+mn-cs"/>
              </a:rPr>
              <a:t>ranges due to challenging cross-talking </a:t>
            </a:r>
            <a:r>
              <a:rPr lang="de-DE" kern="0">
                <a:latin typeface="+mn-lt"/>
                <a:ea typeface="+mn-ea"/>
                <a:cs typeface="+mn-cs"/>
              </a:rPr>
              <a:t>and magnetic</a:t>
            </a:r>
            <a:r>
              <a:rPr lang="de-DE" kern="0">
                <a:latin typeface="+mn-lt"/>
              </a:rPr>
              <a:t> </a:t>
            </a:r>
            <a:r>
              <a:rPr lang="de-DE" kern="0">
                <a:latin typeface="+mn-lt"/>
                <a:ea typeface="+mn-ea"/>
                <a:cs typeface="+mn-cs"/>
              </a:rPr>
              <a:t>coupling.</a:t>
            </a:r>
            <a:endParaRPr lang="de-DE" kern="0" dirty="0">
              <a:latin typeface="+mn-lt"/>
              <a:ea typeface="+mn-ea"/>
              <a:cs typeface="+mn-cs"/>
            </a:endParaRPr>
          </a:p>
        </p:txBody>
      </p:sp>
      <p:grpSp>
        <p:nvGrpSpPr>
          <p:cNvPr id="42048" name="Group 155">
            <a:extLst>
              <a:ext uri="{FF2B5EF4-FFF2-40B4-BE49-F238E27FC236}">
                <a16:creationId xmlns:a16="http://schemas.microsoft.com/office/drawing/2014/main" id="{7A51A75A-D634-457C-BE85-75A833370125}"/>
              </a:ext>
            </a:extLst>
          </p:cNvPr>
          <p:cNvGrpSpPr>
            <a:grpSpLocks/>
          </p:cNvGrpSpPr>
          <p:nvPr/>
        </p:nvGrpSpPr>
        <p:grpSpPr bwMode="auto">
          <a:xfrm>
            <a:off x="9128125" y="1700213"/>
            <a:ext cx="2584450" cy="3024187"/>
            <a:chOff x="2432162" y="1672451"/>
            <a:chExt cx="2583718" cy="3024336"/>
          </a:xfrm>
        </p:grpSpPr>
        <p:pic>
          <p:nvPicPr>
            <p:cNvPr id="157" name="Battery">
              <a:extLst>
                <a:ext uri="{FF2B5EF4-FFF2-40B4-BE49-F238E27FC236}">
                  <a16:creationId xmlns:a16="http://schemas.microsoft.com/office/drawing/2014/main" id="{F31EA80E-765D-45F2-BD92-9AFA2B83CB5E}"/>
                </a:ext>
              </a:extLst>
            </p:cNvPr>
            <p:cNvPicPr>
              <a:picLocks noChangeAspect="1"/>
            </p:cNvPicPr>
            <p:nvPr>
              <p:custDataLst>
                <p:tags r:id="rId5"/>
              </p:custDataLst>
            </p:nvPr>
          </p:nvPicPr>
          <p:blipFill>
            <a:blip r:embed="rId8"/>
            <a:stretch>
              <a:fillRect/>
            </a:stretch>
          </p:blipFill>
          <p:spPr>
            <a:xfrm rot="16200000">
              <a:off x="2409106" y="3502627"/>
              <a:ext cx="272851" cy="226740"/>
            </a:xfrm>
            <a:prstGeom prst="rect">
              <a:avLst/>
            </a:prstGeom>
          </p:spPr>
        </p:pic>
        <p:sp>
          <p:nvSpPr>
            <p:cNvPr id="160" name="Oval 159">
              <a:extLst>
                <a:ext uri="{FF2B5EF4-FFF2-40B4-BE49-F238E27FC236}">
                  <a16:creationId xmlns:a16="http://schemas.microsoft.com/office/drawing/2014/main" id="{A74348F8-50DF-4CAE-ABAB-D182E3DC6200}"/>
                </a:ext>
              </a:extLst>
            </p:cNvPr>
            <p:cNvSpPr/>
            <p:nvPr/>
          </p:nvSpPr>
          <p:spPr bwMode="auto">
            <a:xfrm>
              <a:off x="2503580" y="3342583"/>
              <a:ext cx="84113" cy="84141"/>
            </a:xfrm>
            <a:prstGeom prst="ellipse">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61" name="Oval 160">
              <a:extLst>
                <a:ext uri="{FF2B5EF4-FFF2-40B4-BE49-F238E27FC236}">
                  <a16:creationId xmlns:a16="http://schemas.microsoft.com/office/drawing/2014/main" id="{E751F0F3-D41C-4EB3-9451-B185E6427494}"/>
                </a:ext>
              </a:extLst>
            </p:cNvPr>
            <p:cNvSpPr/>
            <p:nvPr/>
          </p:nvSpPr>
          <p:spPr bwMode="auto">
            <a:xfrm>
              <a:off x="2503580" y="3806156"/>
              <a:ext cx="84113" cy="84141"/>
            </a:xfrm>
            <a:prstGeom prst="ellipse">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62" name="Oval 161">
              <a:extLst>
                <a:ext uri="{FF2B5EF4-FFF2-40B4-BE49-F238E27FC236}">
                  <a16:creationId xmlns:a16="http://schemas.microsoft.com/office/drawing/2014/main" id="{3532223C-DA7B-4050-8665-9A8A8D66F322}"/>
                </a:ext>
              </a:extLst>
            </p:cNvPr>
            <p:cNvSpPr/>
            <p:nvPr/>
          </p:nvSpPr>
          <p:spPr bwMode="auto">
            <a:xfrm>
              <a:off x="2503580" y="4387210"/>
              <a:ext cx="84113" cy="84141"/>
            </a:xfrm>
            <a:prstGeom prst="ellipse">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63" name="Oval 162">
              <a:extLst>
                <a:ext uri="{FF2B5EF4-FFF2-40B4-BE49-F238E27FC236}">
                  <a16:creationId xmlns:a16="http://schemas.microsoft.com/office/drawing/2014/main" id="{2085D6BB-0E59-449B-8C62-33A1633AAB72}"/>
                </a:ext>
              </a:extLst>
            </p:cNvPr>
            <p:cNvSpPr/>
            <p:nvPr/>
          </p:nvSpPr>
          <p:spPr bwMode="auto">
            <a:xfrm>
              <a:off x="2503580" y="2456715"/>
              <a:ext cx="84113" cy="85729"/>
            </a:xfrm>
            <a:prstGeom prst="ellipse">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cxnSp>
          <p:nvCxnSpPr>
            <p:cNvPr id="164" name="Straight Connector 163">
              <a:extLst>
                <a:ext uri="{FF2B5EF4-FFF2-40B4-BE49-F238E27FC236}">
                  <a16:creationId xmlns:a16="http://schemas.microsoft.com/office/drawing/2014/main" id="{C68482CF-22A1-4459-8BE0-02A74D4A1B9A}"/>
                </a:ext>
              </a:extLst>
            </p:cNvPr>
            <p:cNvCxnSpPr>
              <a:cxnSpLocks/>
              <a:stCxn id="160" idx="4"/>
              <a:endCxn id="157" idx="3"/>
            </p:cNvCxnSpPr>
            <p:nvPr/>
          </p:nvCxnSpPr>
          <p:spPr>
            <a:xfrm>
              <a:off x="2544843" y="3426724"/>
              <a:ext cx="0" cy="52391"/>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51FEEDA9-00AF-4DA8-B9C2-4557516DCB95}"/>
                </a:ext>
              </a:extLst>
            </p:cNvPr>
            <p:cNvCxnSpPr>
              <a:cxnSpLocks/>
              <a:stCxn id="163" idx="4"/>
              <a:endCxn id="160" idx="0"/>
            </p:cNvCxnSpPr>
            <p:nvPr/>
          </p:nvCxnSpPr>
          <p:spPr>
            <a:xfrm>
              <a:off x="2544843" y="2542444"/>
              <a:ext cx="0" cy="800139"/>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81E5982-2F35-428C-B900-C81A68190C38}"/>
                </a:ext>
              </a:extLst>
            </p:cNvPr>
            <p:cNvCxnSpPr>
              <a:cxnSpLocks/>
              <a:endCxn id="163" idx="0"/>
            </p:cNvCxnSpPr>
            <p:nvPr/>
          </p:nvCxnSpPr>
          <p:spPr>
            <a:xfrm>
              <a:off x="2544843" y="2204289"/>
              <a:ext cx="0" cy="252425"/>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8036F7E-1583-468F-AFC0-3A1525B42905}"/>
                </a:ext>
              </a:extLst>
            </p:cNvPr>
            <p:cNvCxnSpPr>
              <a:cxnSpLocks/>
              <a:stCxn id="157" idx="1"/>
              <a:endCxn id="161" idx="0"/>
            </p:cNvCxnSpPr>
            <p:nvPr/>
          </p:nvCxnSpPr>
          <p:spPr>
            <a:xfrm>
              <a:off x="2544843" y="3752178"/>
              <a:ext cx="0" cy="53978"/>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1C13097C-89F7-4933-88F3-365347A3BFA6}"/>
                </a:ext>
              </a:extLst>
            </p:cNvPr>
            <p:cNvCxnSpPr>
              <a:cxnSpLocks/>
              <a:stCxn id="161" idx="4"/>
              <a:endCxn id="162" idx="0"/>
            </p:cNvCxnSpPr>
            <p:nvPr/>
          </p:nvCxnSpPr>
          <p:spPr>
            <a:xfrm>
              <a:off x="2544843" y="3890297"/>
              <a:ext cx="0" cy="496912"/>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DB5931CC-FC25-4AD8-9A41-96918D989F55}"/>
                </a:ext>
              </a:extLst>
            </p:cNvPr>
            <p:cNvCxnSpPr>
              <a:cxnSpLocks/>
              <a:stCxn id="162" idx="4"/>
            </p:cNvCxnSpPr>
            <p:nvPr/>
          </p:nvCxnSpPr>
          <p:spPr>
            <a:xfrm>
              <a:off x="2544843" y="4471351"/>
              <a:ext cx="0" cy="225436"/>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4A266FBA-D7B6-415F-AC71-12D540324CA2}"/>
                </a:ext>
              </a:extLst>
            </p:cNvPr>
            <p:cNvSpPr/>
            <p:nvPr/>
          </p:nvSpPr>
          <p:spPr bwMode="auto">
            <a:xfrm>
              <a:off x="3473267" y="1672451"/>
              <a:ext cx="1542613" cy="2978297"/>
            </a:xfrm>
            <a:prstGeom prst="rect">
              <a:avLst/>
            </a:prstGeom>
            <a:solidFill>
              <a:schemeClr val="accent1">
                <a:lumMod val="20000"/>
                <a:lumOff val="80000"/>
              </a:schemeClr>
            </a:solidFill>
            <a:ln w="9525">
              <a:solidFill>
                <a:schemeClr val="tx1"/>
              </a:solidFill>
              <a:miter lim="800000"/>
              <a:headEnd/>
              <a:tailEnd/>
            </a:ln>
          </p:spPr>
          <p:txBody>
            <a:bodyPr lIns="72000" tIns="72000" rIns="72000" bIns="72000"/>
            <a:lstStyle/>
            <a:p>
              <a:pPr algn="ctr" defTabSz="576000">
                <a:lnSpc>
                  <a:spcPct val="120000"/>
                </a:lnSpc>
                <a:defRPr/>
              </a:pPr>
              <a:r>
                <a:rPr lang="de-DE" b="1" dirty="0">
                  <a:latin typeface="+mn-lt"/>
                  <a:ea typeface="+mn-ea"/>
                  <a:cs typeface="+mn-cs"/>
                </a:rPr>
                <a:t>TLE90xx</a:t>
              </a:r>
            </a:p>
          </p:txBody>
        </p:sp>
        <p:sp>
          <p:nvSpPr>
            <p:cNvPr id="171" name="Isosceles Triangle 170">
              <a:extLst>
                <a:ext uri="{FF2B5EF4-FFF2-40B4-BE49-F238E27FC236}">
                  <a16:creationId xmlns:a16="http://schemas.microsoft.com/office/drawing/2014/main" id="{46BEF2C5-C8C2-4F48-9EF0-75D345C32C1A}"/>
                </a:ext>
              </a:extLst>
            </p:cNvPr>
            <p:cNvSpPr/>
            <p:nvPr/>
          </p:nvSpPr>
          <p:spPr bwMode="auto">
            <a:xfrm rot="16200000">
              <a:off x="3817609" y="2945721"/>
              <a:ext cx="284177" cy="192034"/>
            </a:xfrm>
            <a:prstGeom prst="triangle">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172" name="Rectangle 171">
              <a:extLst>
                <a:ext uri="{FF2B5EF4-FFF2-40B4-BE49-F238E27FC236}">
                  <a16:creationId xmlns:a16="http://schemas.microsoft.com/office/drawing/2014/main" id="{80B691FF-FD82-47AA-97C1-2C340BAE1E33}"/>
                </a:ext>
              </a:extLst>
            </p:cNvPr>
            <p:cNvSpPr/>
            <p:nvPr/>
          </p:nvSpPr>
          <p:spPr bwMode="auto">
            <a:xfrm>
              <a:off x="3409785" y="2979027"/>
              <a:ext cx="126964" cy="127006"/>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1</a:t>
              </a:r>
            </a:p>
          </p:txBody>
        </p:sp>
        <p:cxnSp>
          <p:nvCxnSpPr>
            <p:cNvPr id="238" name="Straight Connector 237">
              <a:extLst>
                <a:ext uri="{FF2B5EF4-FFF2-40B4-BE49-F238E27FC236}">
                  <a16:creationId xmlns:a16="http://schemas.microsoft.com/office/drawing/2014/main" id="{C225A962-E26C-4FF6-87A5-5D4E0A12AE29}"/>
                </a:ext>
              </a:extLst>
            </p:cNvPr>
            <p:cNvCxnSpPr>
              <a:cxnSpLocks/>
              <a:stCxn id="172" idx="3"/>
              <a:endCxn id="171" idx="0"/>
            </p:cNvCxnSpPr>
            <p:nvPr/>
          </p:nvCxnSpPr>
          <p:spPr>
            <a:xfrm flipV="1">
              <a:off x="3536749" y="3042530"/>
              <a:ext cx="326932"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DE66F411-DE12-46C3-A795-B796390E5CBF}"/>
                </a:ext>
              </a:extLst>
            </p:cNvPr>
            <p:cNvCxnSpPr>
              <a:cxnSpLocks/>
              <a:stCxn id="171" idx="3"/>
              <a:endCxn id="282" idx="1"/>
            </p:cNvCxnSpPr>
            <p:nvPr/>
          </p:nvCxnSpPr>
          <p:spPr>
            <a:xfrm>
              <a:off x="4055715" y="3042530"/>
              <a:ext cx="138073"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42066" name="Group 240">
              <a:extLst>
                <a:ext uri="{FF2B5EF4-FFF2-40B4-BE49-F238E27FC236}">
                  <a16:creationId xmlns:a16="http://schemas.microsoft.com/office/drawing/2014/main" id="{2DE78019-5916-4210-BDFC-B3D458ABD2FE}"/>
                </a:ext>
              </a:extLst>
            </p:cNvPr>
            <p:cNvGrpSpPr>
              <a:grpSpLocks/>
            </p:cNvGrpSpPr>
            <p:nvPr/>
          </p:nvGrpSpPr>
          <p:grpSpPr bwMode="auto">
            <a:xfrm rot="16200000" flipH="1">
              <a:off x="2954310" y="2886403"/>
              <a:ext cx="312346" cy="311117"/>
              <a:chOff x="-1645901" y="4126877"/>
              <a:chExt cx="431570" cy="431570"/>
            </a:xfrm>
          </p:grpSpPr>
          <p:sp>
            <p:nvSpPr>
              <p:cNvPr id="288" name="Rounded Rectangle 676">
                <a:extLst>
                  <a:ext uri="{FF2B5EF4-FFF2-40B4-BE49-F238E27FC236}">
                    <a16:creationId xmlns:a16="http://schemas.microsoft.com/office/drawing/2014/main" id="{3A934BF6-BB49-41B6-BCF3-84BDEB74FC18}"/>
                  </a:ext>
                </a:extLst>
              </p:cNvPr>
              <p:cNvSpPr/>
              <p:nvPr/>
            </p:nvSpPr>
            <p:spPr bwMode="auto">
              <a:xfrm flipH="1">
                <a:off x="-1646490" y="4126012"/>
                <a:ext cx="432131" cy="431494"/>
              </a:xfrm>
              <a:prstGeom prst="roundRect">
                <a:avLst>
                  <a:gd name="adj" fmla="val 6185"/>
                </a:avLst>
              </a:prstGeom>
              <a:solidFill>
                <a:schemeClr val="accent1"/>
              </a:solidFill>
              <a:ln w="9525" cap="flat" cmpd="sng" algn="ctr">
                <a:solidFill>
                  <a:schemeClr val="tx1"/>
                </a:solidFill>
                <a:prstDash val="solid"/>
                <a:miter lim="800000"/>
                <a:headEnd type="none" w="med" len="med"/>
                <a:tailEnd type="none" w="med" len="med"/>
              </a:ln>
            </p:spPr>
            <p:txBody>
              <a:bodyPr lIns="54000" tIns="54000" rIns="54000" bIns="54000" anchor="ctr"/>
              <a:lstStyle/>
              <a:p>
                <a:pPr algn="ctr" fontAlgn="auto">
                  <a:spcBef>
                    <a:spcPts val="0"/>
                  </a:spcBef>
                  <a:spcAft>
                    <a:spcPts val="0"/>
                  </a:spcAft>
                  <a:defRPr/>
                </a:pPr>
                <a:endParaRPr lang="en-US" sz="1000" kern="0" dirty="0">
                  <a:solidFill>
                    <a:srgbClr val="000000"/>
                  </a:solidFill>
                  <a:latin typeface="+mn-lt"/>
                  <a:ea typeface="Verdana" pitchFamily="34" charset="0"/>
                  <a:cs typeface="Verdana" pitchFamily="34" charset="0"/>
                </a:endParaRPr>
              </a:p>
            </p:txBody>
          </p:sp>
          <p:sp>
            <p:nvSpPr>
              <p:cNvPr id="289" name="Rectangle 288">
                <a:extLst>
                  <a:ext uri="{FF2B5EF4-FFF2-40B4-BE49-F238E27FC236}">
                    <a16:creationId xmlns:a16="http://schemas.microsoft.com/office/drawing/2014/main" id="{99D2FA71-B0C1-45FA-B27C-732D0628ACFA}"/>
                  </a:ext>
                </a:extLst>
              </p:cNvPr>
              <p:cNvSpPr/>
              <p:nvPr/>
            </p:nvSpPr>
            <p:spPr bwMode="auto">
              <a:xfrm>
                <a:off x="-1646490" y="4183251"/>
                <a:ext cx="107484" cy="61642"/>
              </a:xfrm>
              <a:prstGeom prst="rect">
                <a:avLst/>
              </a:prstGeom>
              <a:noFill/>
              <a:ln w="9525">
                <a:noFill/>
                <a:miter lim="800000"/>
                <a:headEnd/>
                <a:tailEnd/>
              </a:ln>
            </p:spPr>
            <p:txBody>
              <a:bodyPr lIns="72000" tIns="72000" rIns="72000" bIns="72000" anchor="ctr"/>
              <a:lstStyle/>
              <a:p>
                <a:pPr algn="ctr" defTabSz="576000">
                  <a:lnSpc>
                    <a:spcPct val="120000"/>
                  </a:lnSpc>
                  <a:defRPr/>
                </a:pPr>
                <a:endParaRPr lang="de-DE" sz="1000" dirty="0">
                  <a:solidFill>
                    <a:schemeClr val="bg1"/>
                  </a:solidFill>
                  <a:latin typeface="+mn-lt"/>
                  <a:ea typeface="+mn-ea"/>
                  <a:cs typeface="+mn-cs"/>
                </a:endParaRPr>
              </a:p>
            </p:txBody>
          </p:sp>
          <p:sp>
            <p:nvSpPr>
              <p:cNvPr id="290" name="Rectangle 289">
                <a:extLst>
                  <a:ext uri="{FF2B5EF4-FFF2-40B4-BE49-F238E27FC236}">
                    <a16:creationId xmlns:a16="http://schemas.microsoft.com/office/drawing/2014/main" id="{9499274F-1A9C-43B2-A349-4A25ED2C1B09}"/>
                  </a:ext>
                </a:extLst>
              </p:cNvPr>
              <p:cNvSpPr/>
              <p:nvPr/>
            </p:nvSpPr>
            <p:spPr bwMode="auto">
              <a:xfrm>
                <a:off x="-1321843" y="4183251"/>
                <a:ext cx="107484" cy="61642"/>
              </a:xfrm>
              <a:prstGeom prst="rect">
                <a:avLst/>
              </a:prstGeom>
              <a:noFill/>
              <a:ln w="9525">
                <a:noFill/>
                <a:miter lim="800000"/>
                <a:headEnd/>
                <a:tailEnd/>
              </a:ln>
            </p:spPr>
            <p:txBody>
              <a:bodyPr lIns="72000" tIns="72000" rIns="72000" bIns="72000" anchor="ctr"/>
              <a:lstStyle/>
              <a:p>
                <a:pPr algn="ctr" defTabSz="576000">
                  <a:lnSpc>
                    <a:spcPct val="120000"/>
                  </a:lnSpc>
                  <a:defRPr/>
                </a:pPr>
                <a:endParaRPr lang="de-DE" sz="1000" dirty="0">
                  <a:solidFill>
                    <a:schemeClr val="bg1"/>
                  </a:solidFill>
                  <a:latin typeface="+mn-lt"/>
                  <a:ea typeface="+mn-ea"/>
                  <a:cs typeface="+mn-cs"/>
                </a:endParaRPr>
              </a:p>
            </p:txBody>
          </p:sp>
          <p:cxnSp>
            <p:nvCxnSpPr>
              <p:cNvPr id="42104" name="Straight Connector 290">
                <a:extLst>
                  <a:ext uri="{FF2B5EF4-FFF2-40B4-BE49-F238E27FC236}">
                    <a16:creationId xmlns:a16="http://schemas.microsoft.com/office/drawing/2014/main" id="{B5E8FAF2-0213-4CDF-B91F-25C29E05B79C}"/>
                  </a:ext>
                </a:extLst>
              </p:cNvPr>
              <p:cNvCxnSpPr>
                <a:cxnSpLocks noChangeShapeType="1"/>
                <a:stCxn id="288" idx="2"/>
              </p:cNvCxnSpPr>
              <p:nvPr/>
            </p:nvCxnSpPr>
            <p:spPr bwMode="auto">
              <a:xfrm flipV="1">
                <a:off x="-1430117" y="4421346"/>
                <a:ext cx="623" cy="137101"/>
              </a:xfrm>
              <a:prstGeom prst="line">
                <a:avLst/>
              </a:prstGeom>
              <a:noFill/>
              <a:ln w="19050" algn="ctr">
                <a:solidFill>
                  <a:schemeClr val="bg1"/>
                </a:solidFill>
                <a:round/>
                <a:headEnd/>
                <a:tailEnd/>
              </a:ln>
            </p:spPr>
          </p:cxnSp>
          <p:cxnSp>
            <p:nvCxnSpPr>
              <p:cNvPr id="42105" name="Straight Connector 291">
                <a:extLst>
                  <a:ext uri="{FF2B5EF4-FFF2-40B4-BE49-F238E27FC236}">
                    <a16:creationId xmlns:a16="http://schemas.microsoft.com/office/drawing/2014/main" id="{D824E4EF-FB49-4040-8EB1-DE8D36D27FBB}"/>
                  </a:ext>
                </a:extLst>
              </p:cNvPr>
              <p:cNvCxnSpPr>
                <a:cxnSpLocks noChangeShapeType="1"/>
              </p:cNvCxnSpPr>
              <p:nvPr/>
            </p:nvCxnSpPr>
            <p:spPr bwMode="auto">
              <a:xfrm>
                <a:off x="-1288317" y="4214126"/>
                <a:ext cx="842" cy="175740"/>
              </a:xfrm>
              <a:prstGeom prst="line">
                <a:avLst/>
              </a:prstGeom>
              <a:noFill/>
              <a:ln w="19050" algn="ctr">
                <a:solidFill>
                  <a:schemeClr val="bg1"/>
                </a:solidFill>
                <a:round/>
                <a:headEnd/>
                <a:tailEnd/>
              </a:ln>
              <a:extLst>
                <a:ext uri="{909E8E84-426E-40DD-AFC4-6F175D3DCCD1}">
                  <a14:hiddenFill xmlns:a14="http://schemas.microsoft.com/office/drawing/2010/main">
                    <a:noFill/>
                  </a14:hiddenFill>
                </a:ext>
              </a:extLst>
            </p:spPr>
          </p:cxnSp>
          <p:cxnSp>
            <p:nvCxnSpPr>
              <p:cNvPr id="42106" name="Straight Connector 292">
                <a:extLst>
                  <a:ext uri="{FF2B5EF4-FFF2-40B4-BE49-F238E27FC236}">
                    <a16:creationId xmlns:a16="http://schemas.microsoft.com/office/drawing/2014/main" id="{7F12BC28-792F-4E47-B98E-735C57E7EAC9}"/>
                  </a:ext>
                </a:extLst>
              </p:cNvPr>
              <p:cNvCxnSpPr>
                <a:cxnSpLocks noChangeShapeType="1"/>
              </p:cNvCxnSpPr>
              <p:nvPr/>
            </p:nvCxnSpPr>
            <p:spPr bwMode="auto">
              <a:xfrm flipH="1">
                <a:off x="-1568333" y="4212024"/>
                <a:ext cx="0" cy="177841"/>
              </a:xfrm>
              <a:prstGeom prst="line">
                <a:avLst/>
              </a:prstGeom>
              <a:noFill/>
              <a:ln w="19050" algn="ctr">
                <a:solidFill>
                  <a:schemeClr val="bg1"/>
                </a:solidFill>
                <a:round/>
                <a:headEnd/>
                <a:tailEnd/>
              </a:ln>
              <a:extLst>
                <a:ext uri="{909E8E84-426E-40DD-AFC4-6F175D3DCCD1}">
                  <a14:hiddenFill xmlns:a14="http://schemas.microsoft.com/office/drawing/2010/main">
                    <a:noFill/>
                  </a14:hiddenFill>
                </a:ext>
              </a:extLst>
            </p:spPr>
          </p:cxnSp>
          <p:cxnSp>
            <p:nvCxnSpPr>
              <p:cNvPr id="42107" name="Straight Connector 293">
                <a:extLst>
                  <a:ext uri="{FF2B5EF4-FFF2-40B4-BE49-F238E27FC236}">
                    <a16:creationId xmlns:a16="http://schemas.microsoft.com/office/drawing/2014/main" id="{0696E38D-9505-4B58-9796-0815BFC351AB}"/>
                  </a:ext>
                </a:extLst>
              </p:cNvPr>
              <p:cNvCxnSpPr>
                <a:cxnSpLocks noChangeShapeType="1"/>
              </p:cNvCxnSpPr>
              <p:nvPr/>
            </p:nvCxnSpPr>
            <p:spPr bwMode="auto">
              <a:xfrm flipH="1">
                <a:off x="-1569583" y="4389866"/>
                <a:ext cx="281268" cy="0"/>
              </a:xfrm>
              <a:prstGeom prst="line">
                <a:avLst/>
              </a:prstGeom>
              <a:noFill/>
              <a:ln w="19050" algn="ctr">
                <a:solidFill>
                  <a:schemeClr val="bg1"/>
                </a:solidFill>
                <a:round/>
                <a:headEnd/>
                <a:tailEnd/>
              </a:ln>
              <a:extLst>
                <a:ext uri="{909E8E84-426E-40DD-AFC4-6F175D3DCCD1}">
                  <a14:hiddenFill xmlns:a14="http://schemas.microsoft.com/office/drawing/2010/main">
                    <a:noFill/>
                  </a14:hiddenFill>
                </a:ext>
              </a:extLst>
            </p:spPr>
          </p:cxnSp>
          <p:cxnSp>
            <p:nvCxnSpPr>
              <p:cNvPr id="42108" name="Straight Connector 294">
                <a:extLst>
                  <a:ext uri="{FF2B5EF4-FFF2-40B4-BE49-F238E27FC236}">
                    <a16:creationId xmlns:a16="http://schemas.microsoft.com/office/drawing/2014/main" id="{30A10A11-0989-45E0-817F-D75162A2BC18}"/>
                  </a:ext>
                </a:extLst>
              </p:cNvPr>
              <p:cNvCxnSpPr>
                <a:cxnSpLocks noChangeShapeType="1"/>
              </p:cNvCxnSpPr>
              <p:nvPr/>
            </p:nvCxnSpPr>
            <p:spPr bwMode="auto">
              <a:xfrm flipH="1">
                <a:off x="-1569583" y="4420780"/>
                <a:ext cx="281268" cy="0"/>
              </a:xfrm>
              <a:prstGeom prst="line">
                <a:avLst/>
              </a:prstGeom>
              <a:noFill/>
              <a:ln w="19050" algn="ctr">
                <a:solidFill>
                  <a:schemeClr val="bg1"/>
                </a:solidFill>
                <a:round/>
                <a:headEnd/>
                <a:tailEnd/>
              </a:ln>
              <a:extLst>
                <a:ext uri="{909E8E84-426E-40DD-AFC4-6F175D3DCCD1}">
                  <a14:hiddenFill xmlns:a14="http://schemas.microsoft.com/office/drawing/2010/main">
                    <a:noFill/>
                  </a14:hiddenFill>
                </a:ext>
              </a:extLst>
            </p:spPr>
          </p:cxnSp>
          <p:cxnSp>
            <p:nvCxnSpPr>
              <p:cNvPr id="42109" name="Straight Connector 295">
                <a:extLst>
                  <a:ext uri="{FF2B5EF4-FFF2-40B4-BE49-F238E27FC236}">
                    <a16:creationId xmlns:a16="http://schemas.microsoft.com/office/drawing/2014/main" id="{3312DA36-AA4C-44D1-9ABC-9D4539DA1F7A}"/>
                  </a:ext>
                </a:extLst>
              </p:cNvPr>
              <p:cNvCxnSpPr>
                <a:cxnSpLocks noChangeShapeType="1"/>
              </p:cNvCxnSpPr>
              <p:nvPr/>
            </p:nvCxnSpPr>
            <p:spPr bwMode="auto">
              <a:xfrm flipH="1">
                <a:off x="-1430116" y="4212024"/>
                <a:ext cx="215785" cy="0"/>
              </a:xfrm>
              <a:prstGeom prst="line">
                <a:avLst/>
              </a:prstGeom>
              <a:noFill/>
              <a:ln w="19050" algn="ctr">
                <a:solidFill>
                  <a:schemeClr val="bg1"/>
                </a:solidFill>
                <a:round/>
                <a:headEnd/>
                <a:tailEnd/>
              </a:ln>
              <a:extLst>
                <a:ext uri="{909E8E84-426E-40DD-AFC4-6F175D3DCCD1}">
                  <a14:hiddenFill xmlns:a14="http://schemas.microsoft.com/office/drawing/2010/main">
                    <a:noFill/>
                  </a14:hiddenFill>
                </a:ext>
              </a:extLst>
            </p:spPr>
          </p:cxnSp>
          <p:cxnSp>
            <p:nvCxnSpPr>
              <p:cNvPr id="42110" name="Straight Connector 297">
                <a:extLst>
                  <a:ext uri="{FF2B5EF4-FFF2-40B4-BE49-F238E27FC236}">
                    <a16:creationId xmlns:a16="http://schemas.microsoft.com/office/drawing/2014/main" id="{CF03731B-A436-4F48-AAAF-57E406095D39}"/>
                  </a:ext>
                </a:extLst>
              </p:cNvPr>
              <p:cNvCxnSpPr>
                <a:cxnSpLocks noChangeShapeType="1"/>
              </p:cNvCxnSpPr>
              <p:nvPr/>
            </p:nvCxnSpPr>
            <p:spPr bwMode="auto">
              <a:xfrm flipH="1" flipV="1">
                <a:off x="-1429505" y="4212024"/>
                <a:ext cx="0" cy="176161"/>
              </a:xfrm>
              <a:prstGeom prst="line">
                <a:avLst/>
              </a:prstGeom>
              <a:noFill/>
              <a:ln w="19050" algn="ctr">
                <a:solidFill>
                  <a:schemeClr val="bg1"/>
                </a:solidFill>
                <a:round/>
                <a:headEnd type="triangle" w="med" len="med"/>
                <a:tailEnd/>
              </a:ln>
              <a:extLst>
                <a:ext uri="{909E8E84-426E-40DD-AFC4-6F175D3DCCD1}">
                  <a14:hiddenFill xmlns:a14="http://schemas.microsoft.com/office/drawing/2010/main">
                    <a:noFill/>
                  </a14:hiddenFill>
                </a:ext>
              </a:extLst>
            </p:spPr>
          </p:cxnSp>
          <p:cxnSp>
            <p:nvCxnSpPr>
              <p:cNvPr id="42111" name="Straight Connector 298">
                <a:extLst>
                  <a:ext uri="{FF2B5EF4-FFF2-40B4-BE49-F238E27FC236}">
                    <a16:creationId xmlns:a16="http://schemas.microsoft.com/office/drawing/2014/main" id="{169F3529-0DE1-4E09-BC19-5D1433B85F38}"/>
                  </a:ext>
                </a:extLst>
              </p:cNvPr>
              <p:cNvCxnSpPr>
                <a:cxnSpLocks/>
              </p:cNvCxnSpPr>
              <p:nvPr/>
            </p:nvCxnSpPr>
            <p:spPr bwMode="auto">
              <a:xfrm flipH="1">
                <a:off x="-1642170" y="4212024"/>
                <a:ext cx="73837" cy="0"/>
              </a:xfrm>
              <a:prstGeom prst="line">
                <a:avLst/>
              </a:prstGeom>
              <a:noFill/>
              <a:ln w="19050" algn="ctr">
                <a:solidFill>
                  <a:schemeClr val="bg1"/>
                </a:solidFill>
                <a:round/>
                <a:headEnd/>
                <a:tailEnd/>
              </a:ln>
              <a:extLst>
                <a:ext uri="{909E8E84-426E-40DD-AFC4-6F175D3DCCD1}">
                  <a14:hiddenFill xmlns:a14="http://schemas.microsoft.com/office/drawing/2010/main">
                    <a:noFill/>
                  </a14:hiddenFill>
                </a:ext>
              </a:extLst>
            </p:spPr>
          </p:cxnSp>
        </p:grpSp>
        <p:cxnSp>
          <p:nvCxnSpPr>
            <p:cNvPr id="246" name="Straight Connector 245">
              <a:extLst>
                <a:ext uri="{FF2B5EF4-FFF2-40B4-BE49-F238E27FC236}">
                  <a16:creationId xmlns:a16="http://schemas.microsoft.com/office/drawing/2014/main" id="{8EB2A6ED-D031-4BC7-89FB-3F8008384E14}"/>
                </a:ext>
              </a:extLst>
            </p:cNvPr>
            <p:cNvCxnSpPr>
              <a:cxnSpLocks/>
              <a:stCxn id="288" idx="2"/>
              <a:endCxn id="172" idx="1"/>
            </p:cNvCxnSpPr>
            <p:nvPr/>
          </p:nvCxnSpPr>
          <p:spPr>
            <a:xfrm>
              <a:off x="3265364" y="3042530"/>
              <a:ext cx="144421"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7" name="Rectangle 246">
              <a:extLst>
                <a:ext uri="{FF2B5EF4-FFF2-40B4-BE49-F238E27FC236}">
                  <a16:creationId xmlns:a16="http://schemas.microsoft.com/office/drawing/2014/main" id="{6439555F-8BBE-4003-8A6D-757F563BA67D}"/>
                </a:ext>
              </a:extLst>
            </p:cNvPr>
            <p:cNvSpPr/>
            <p:nvPr/>
          </p:nvSpPr>
          <p:spPr bwMode="auto">
            <a:xfrm>
              <a:off x="2970173" y="2598009"/>
              <a:ext cx="92049" cy="209560"/>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cxnSp>
          <p:nvCxnSpPr>
            <p:cNvPr id="248" name="Connector: Elbow 247">
              <a:extLst>
                <a:ext uri="{FF2B5EF4-FFF2-40B4-BE49-F238E27FC236}">
                  <a16:creationId xmlns:a16="http://schemas.microsoft.com/office/drawing/2014/main" id="{374DF0F0-32DC-4934-8A04-41DC5DC461DA}"/>
                </a:ext>
              </a:extLst>
            </p:cNvPr>
            <p:cNvCxnSpPr>
              <a:cxnSpLocks/>
              <a:stCxn id="163" idx="6"/>
              <a:endCxn id="247" idx="0"/>
            </p:cNvCxnSpPr>
            <p:nvPr/>
          </p:nvCxnSpPr>
          <p:spPr>
            <a:xfrm>
              <a:off x="2587693" y="2499579"/>
              <a:ext cx="428504" cy="98430"/>
            </a:xfrm>
            <a:prstGeom prst="bentConnector2">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1C237A4C-1990-42B1-B598-F1182575575E}"/>
                </a:ext>
              </a:extLst>
            </p:cNvPr>
            <p:cNvCxnSpPr>
              <a:cxnSpLocks/>
              <a:stCxn id="247" idx="2"/>
              <a:endCxn id="289" idx="1"/>
            </p:cNvCxnSpPr>
            <p:nvPr/>
          </p:nvCxnSpPr>
          <p:spPr>
            <a:xfrm>
              <a:off x="3016197" y="2807569"/>
              <a:ext cx="1588" cy="77792"/>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51" name="Rectangle 250">
              <a:extLst>
                <a:ext uri="{FF2B5EF4-FFF2-40B4-BE49-F238E27FC236}">
                  <a16:creationId xmlns:a16="http://schemas.microsoft.com/office/drawing/2014/main" id="{5CF5F0C8-D29A-41FB-A14E-7BEE14C05D83}"/>
                </a:ext>
              </a:extLst>
            </p:cNvPr>
            <p:cNvSpPr/>
            <p:nvPr/>
          </p:nvSpPr>
          <p:spPr bwMode="auto">
            <a:xfrm>
              <a:off x="2971759" y="4168124"/>
              <a:ext cx="92049" cy="184159"/>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252" name="Oval 251">
              <a:extLst>
                <a:ext uri="{FF2B5EF4-FFF2-40B4-BE49-F238E27FC236}">
                  <a16:creationId xmlns:a16="http://schemas.microsoft.com/office/drawing/2014/main" id="{00B7A0A8-1434-4D4B-A725-E463E0BDDCB3}"/>
                </a:ext>
              </a:extLst>
            </p:cNvPr>
            <p:cNvSpPr/>
            <p:nvPr/>
          </p:nvSpPr>
          <p:spPr bwMode="auto">
            <a:xfrm>
              <a:off x="2997152" y="4091920"/>
              <a:ext cx="41263" cy="42864"/>
            </a:xfrm>
            <a:prstGeom prst="ellipse">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253" name="Rectangle 252">
              <a:extLst>
                <a:ext uri="{FF2B5EF4-FFF2-40B4-BE49-F238E27FC236}">
                  <a16:creationId xmlns:a16="http://schemas.microsoft.com/office/drawing/2014/main" id="{89AD23E2-4560-49E9-8311-9647E09CF851}"/>
                </a:ext>
              </a:extLst>
            </p:cNvPr>
            <p:cNvSpPr/>
            <p:nvPr/>
          </p:nvSpPr>
          <p:spPr bwMode="auto">
            <a:xfrm>
              <a:off x="3409785" y="3321944"/>
              <a:ext cx="126964" cy="127006"/>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2</a:t>
              </a:r>
            </a:p>
          </p:txBody>
        </p:sp>
        <p:sp>
          <p:nvSpPr>
            <p:cNvPr id="254" name="Rectangle 253">
              <a:extLst>
                <a:ext uri="{FF2B5EF4-FFF2-40B4-BE49-F238E27FC236}">
                  <a16:creationId xmlns:a16="http://schemas.microsoft.com/office/drawing/2014/main" id="{E52BB5F8-8A19-488D-9867-A2744F2872AC}"/>
                </a:ext>
              </a:extLst>
            </p:cNvPr>
            <p:cNvSpPr/>
            <p:nvPr/>
          </p:nvSpPr>
          <p:spPr bwMode="auto">
            <a:xfrm>
              <a:off x="3409785" y="3785517"/>
              <a:ext cx="126964" cy="125419"/>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3</a:t>
              </a:r>
            </a:p>
          </p:txBody>
        </p:sp>
        <p:grpSp>
          <p:nvGrpSpPr>
            <p:cNvPr id="42075" name="Group 256">
              <a:extLst>
                <a:ext uri="{FF2B5EF4-FFF2-40B4-BE49-F238E27FC236}">
                  <a16:creationId xmlns:a16="http://schemas.microsoft.com/office/drawing/2014/main" id="{1BBF07B5-C3B2-4173-9AB6-96B8CB411E65}"/>
                </a:ext>
              </a:extLst>
            </p:cNvPr>
            <p:cNvGrpSpPr>
              <a:grpSpLocks/>
            </p:cNvGrpSpPr>
            <p:nvPr/>
          </p:nvGrpSpPr>
          <p:grpSpPr bwMode="auto">
            <a:xfrm>
              <a:off x="4252775" y="3468273"/>
              <a:ext cx="115034" cy="325461"/>
              <a:chOff x="-599418" y="5373475"/>
              <a:chExt cx="98112" cy="277585"/>
            </a:xfrm>
          </p:grpSpPr>
          <p:sp>
            <p:nvSpPr>
              <p:cNvPr id="286" name="Rectangle 285">
                <a:extLst>
                  <a:ext uri="{FF2B5EF4-FFF2-40B4-BE49-F238E27FC236}">
                    <a16:creationId xmlns:a16="http://schemas.microsoft.com/office/drawing/2014/main" id="{217F8C42-C720-445F-8DB9-8DEB6EDABC8B}"/>
                  </a:ext>
                </a:extLst>
              </p:cNvPr>
              <p:cNvSpPr/>
              <p:nvPr/>
            </p:nvSpPr>
            <p:spPr bwMode="auto">
              <a:xfrm>
                <a:off x="-599645" y="5373243"/>
                <a:ext cx="98811" cy="90721"/>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287" name="Rectangle 286">
                <a:extLst>
                  <a:ext uri="{FF2B5EF4-FFF2-40B4-BE49-F238E27FC236}">
                    <a16:creationId xmlns:a16="http://schemas.microsoft.com/office/drawing/2014/main" id="{33D90A1A-ADE7-45CC-94A2-05CDEB9A15AD}"/>
                  </a:ext>
                </a:extLst>
              </p:cNvPr>
              <p:cNvSpPr/>
              <p:nvPr/>
            </p:nvSpPr>
            <p:spPr bwMode="auto">
              <a:xfrm>
                <a:off x="-599645" y="5560101"/>
                <a:ext cx="98811" cy="90721"/>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grpSp>
        <p:cxnSp>
          <p:nvCxnSpPr>
            <p:cNvPr id="258" name="Connector: Elbow 257">
              <a:extLst>
                <a:ext uri="{FF2B5EF4-FFF2-40B4-BE49-F238E27FC236}">
                  <a16:creationId xmlns:a16="http://schemas.microsoft.com/office/drawing/2014/main" id="{0E4F148B-0609-4006-8E17-FF8A5BA97E2E}"/>
                </a:ext>
              </a:extLst>
            </p:cNvPr>
            <p:cNvCxnSpPr>
              <a:cxnSpLocks/>
              <a:stCxn id="253" idx="3"/>
              <a:endCxn id="286" idx="1"/>
            </p:cNvCxnSpPr>
            <p:nvPr/>
          </p:nvCxnSpPr>
          <p:spPr>
            <a:xfrm>
              <a:off x="3536749" y="3385447"/>
              <a:ext cx="715760" cy="134945"/>
            </a:xfrm>
            <a:prstGeom prst="bentConnector3">
              <a:avLst/>
            </a:prstGeom>
            <a:ln w="952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59" name="Connector: Elbow 258">
              <a:extLst>
                <a:ext uri="{FF2B5EF4-FFF2-40B4-BE49-F238E27FC236}">
                  <a16:creationId xmlns:a16="http://schemas.microsoft.com/office/drawing/2014/main" id="{0460A81C-4C2D-4E95-817D-7ADB1F34FC5C}"/>
                </a:ext>
              </a:extLst>
            </p:cNvPr>
            <p:cNvCxnSpPr>
              <a:cxnSpLocks/>
              <a:stCxn id="254" idx="3"/>
              <a:endCxn id="287" idx="1"/>
            </p:cNvCxnSpPr>
            <p:nvPr/>
          </p:nvCxnSpPr>
          <p:spPr>
            <a:xfrm flipV="1">
              <a:off x="3536749" y="3741065"/>
              <a:ext cx="715760" cy="107955"/>
            </a:xfrm>
            <a:prstGeom prst="bentConnector3">
              <a:avLst/>
            </a:prstGeom>
            <a:ln w="952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261" name="Flowchart: Off-page Connector 260">
              <a:extLst>
                <a:ext uri="{FF2B5EF4-FFF2-40B4-BE49-F238E27FC236}">
                  <a16:creationId xmlns:a16="http://schemas.microsoft.com/office/drawing/2014/main" id="{3F41EBE2-B581-4E7F-8AF9-41C2677A5A48}"/>
                </a:ext>
              </a:extLst>
            </p:cNvPr>
            <p:cNvSpPr/>
            <p:nvPr/>
          </p:nvSpPr>
          <p:spPr bwMode="auto">
            <a:xfrm rot="5400000">
              <a:off x="4249440" y="3254269"/>
              <a:ext cx="371373" cy="759844"/>
            </a:xfrm>
            <a:prstGeom prst="flowChartOffpageConnector">
              <a:avLst/>
            </a:prstGeom>
            <a:solidFill>
              <a:schemeClr val="bg1"/>
            </a:solidFill>
            <a:ln w="9525">
              <a:solidFill>
                <a:schemeClr val="tx1"/>
              </a:solidFill>
              <a:miter lim="800000"/>
              <a:headEnd/>
              <a:tailEnd/>
            </a:ln>
          </p:spPr>
          <p:txBody>
            <a:bodyPr vert="vert270" lIns="0" tIns="0" rIns="0" bIns="0" anchor="ctr"/>
            <a:lstStyle/>
            <a:p>
              <a:pPr algn="ctr" defTabSz="576000">
                <a:lnSpc>
                  <a:spcPct val="120000"/>
                </a:lnSpc>
                <a:defRPr/>
              </a:pPr>
              <a:r>
                <a:rPr lang="de-DE" dirty="0">
                  <a:latin typeface="Arial" charset="0"/>
                  <a:ea typeface="+mn-ea"/>
                  <a:cs typeface="+mn-cs"/>
                </a:rPr>
                <a:t>V</a:t>
              </a:r>
              <a:r>
                <a:rPr lang="de-DE" baseline="-25000" dirty="0">
                  <a:latin typeface="Arial" charset="0"/>
                  <a:ea typeface="+mn-ea"/>
                  <a:cs typeface="+mn-cs"/>
                </a:rPr>
                <a:t>sense</a:t>
              </a:r>
            </a:p>
          </p:txBody>
        </p:sp>
        <p:sp>
          <p:nvSpPr>
            <p:cNvPr id="262" name="Rectangle 261">
              <a:extLst>
                <a:ext uri="{FF2B5EF4-FFF2-40B4-BE49-F238E27FC236}">
                  <a16:creationId xmlns:a16="http://schemas.microsoft.com/office/drawing/2014/main" id="{E6BA0CFE-4A37-4D52-B04A-2ACDCCB9E418}"/>
                </a:ext>
              </a:extLst>
            </p:cNvPr>
            <p:cNvSpPr/>
            <p:nvPr/>
          </p:nvSpPr>
          <p:spPr bwMode="auto">
            <a:xfrm>
              <a:off x="3409785" y="4049055"/>
              <a:ext cx="126964" cy="125419"/>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4</a:t>
              </a:r>
            </a:p>
          </p:txBody>
        </p:sp>
        <p:sp>
          <p:nvSpPr>
            <p:cNvPr id="263" name="Rectangle 262">
              <a:extLst>
                <a:ext uri="{FF2B5EF4-FFF2-40B4-BE49-F238E27FC236}">
                  <a16:creationId xmlns:a16="http://schemas.microsoft.com/office/drawing/2014/main" id="{CEA73434-BC9C-46AC-BDDA-17EA43911DF3}"/>
                </a:ext>
              </a:extLst>
            </p:cNvPr>
            <p:cNvSpPr/>
            <p:nvPr/>
          </p:nvSpPr>
          <p:spPr bwMode="auto">
            <a:xfrm>
              <a:off x="3409785" y="4364984"/>
              <a:ext cx="126964" cy="127006"/>
            </a:xfrm>
            <a:prstGeom prst="rect">
              <a:avLst/>
            </a:prstGeom>
            <a:solidFill>
              <a:schemeClr val="bg1"/>
            </a:solidFill>
            <a:ln w="9525">
              <a:solidFill>
                <a:schemeClr val="tx1"/>
              </a:solidFill>
              <a:miter lim="800000"/>
              <a:headEnd/>
              <a:tailEnd/>
            </a:ln>
          </p:spPr>
          <p:txBody>
            <a:bodyPr lIns="72000" tIns="72000" rIns="72000" bIns="72000" anchor="ctr"/>
            <a:lstStyle/>
            <a:p>
              <a:pPr algn="ctr" defTabSz="576000">
                <a:lnSpc>
                  <a:spcPct val="120000"/>
                </a:lnSpc>
                <a:defRPr/>
              </a:pPr>
              <a:r>
                <a:rPr lang="de-DE" sz="700" dirty="0">
                  <a:latin typeface="+mn-lt"/>
                  <a:ea typeface="+mn-ea"/>
                  <a:cs typeface="+mn-cs"/>
                </a:rPr>
                <a:t>5</a:t>
              </a:r>
            </a:p>
          </p:txBody>
        </p:sp>
        <p:grpSp>
          <p:nvGrpSpPr>
            <p:cNvPr id="42081" name="Group 263">
              <a:extLst>
                <a:ext uri="{FF2B5EF4-FFF2-40B4-BE49-F238E27FC236}">
                  <a16:creationId xmlns:a16="http://schemas.microsoft.com/office/drawing/2014/main" id="{DC0A31DE-9A04-4207-8015-E7C4A229532A}"/>
                </a:ext>
              </a:extLst>
            </p:cNvPr>
            <p:cNvGrpSpPr>
              <a:grpSpLocks/>
            </p:cNvGrpSpPr>
            <p:nvPr/>
          </p:nvGrpSpPr>
          <p:grpSpPr bwMode="auto">
            <a:xfrm>
              <a:off x="4252775" y="4104528"/>
              <a:ext cx="115034" cy="325461"/>
              <a:chOff x="-599418" y="5373475"/>
              <a:chExt cx="98112" cy="277585"/>
            </a:xfrm>
          </p:grpSpPr>
          <p:sp>
            <p:nvSpPr>
              <p:cNvPr id="283" name="Rectangle 282">
                <a:extLst>
                  <a:ext uri="{FF2B5EF4-FFF2-40B4-BE49-F238E27FC236}">
                    <a16:creationId xmlns:a16="http://schemas.microsoft.com/office/drawing/2014/main" id="{3AD49614-CEFE-4C18-97C2-A7245D39143F}"/>
                  </a:ext>
                </a:extLst>
              </p:cNvPr>
              <p:cNvSpPr/>
              <p:nvPr/>
            </p:nvSpPr>
            <p:spPr bwMode="auto">
              <a:xfrm>
                <a:off x="-599645" y="5373554"/>
                <a:ext cx="98811" cy="90720"/>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sp>
            <p:nvSpPr>
              <p:cNvPr id="285" name="Rectangle 284">
                <a:extLst>
                  <a:ext uri="{FF2B5EF4-FFF2-40B4-BE49-F238E27FC236}">
                    <a16:creationId xmlns:a16="http://schemas.microsoft.com/office/drawing/2014/main" id="{6AFB9EFB-37A4-4DA8-AD62-65A9D0190C9B}"/>
                  </a:ext>
                </a:extLst>
              </p:cNvPr>
              <p:cNvSpPr/>
              <p:nvPr/>
            </p:nvSpPr>
            <p:spPr bwMode="auto">
              <a:xfrm>
                <a:off x="-599645" y="5560412"/>
                <a:ext cx="98811" cy="90720"/>
              </a:xfrm>
              <a:prstGeom prst="rect">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grpSp>
        <p:cxnSp>
          <p:nvCxnSpPr>
            <p:cNvPr id="265" name="Connector: Elbow 264">
              <a:extLst>
                <a:ext uri="{FF2B5EF4-FFF2-40B4-BE49-F238E27FC236}">
                  <a16:creationId xmlns:a16="http://schemas.microsoft.com/office/drawing/2014/main" id="{DC11DAAF-6CDE-43B9-8113-50817478D4DE}"/>
                </a:ext>
              </a:extLst>
            </p:cNvPr>
            <p:cNvCxnSpPr>
              <a:cxnSpLocks/>
              <a:stCxn id="262" idx="3"/>
              <a:endCxn id="283" idx="1"/>
            </p:cNvCxnSpPr>
            <p:nvPr/>
          </p:nvCxnSpPr>
          <p:spPr>
            <a:xfrm>
              <a:off x="3536749" y="4112558"/>
              <a:ext cx="715760" cy="44452"/>
            </a:xfrm>
            <a:prstGeom prst="bentConnector3">
              <a:avLst/>
            </a:prstGeom>
            <a:ln w="952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66" name="Connector: Elbow 265">
              <a:extLst>
                <a:ext uri="{FF2B5EF4-FFF2-40B4-BE49-F238E27FC236}">
                  <a16:creationId xmlns:a16="http://schemas.microsoft.com/office/drawing/2014/main" id="{609E5792-A841-4564-9695-248CCA72B560}"/>
                </a:ext>
              </a:extLst>
            </p:cNvPr>
            <p:cNvCxnSpPr>
              <a:cxnSpLocks/>
              <a:stCxn id="263" idx="3"/>
              <a:endCxn id="285" idx="1"/>
            </p:cNvCxnSpPr>
            <p:nvPr/>
          </p:nvCxnSpPr>
          <p:spPr>
            <a:xfrm flipV="1">
              <a:off x="3536749" y="4377684"/>
              <a:ext cx="715760" cy="50803"/>
            </a:xfrm>
            <a:prstGeom prst="bentConnector3">
              <a:avLst/>
            </a:prstGeom>
            <a:ln w="952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267" name="Flowchart: Off-page Connector 266">
              <a:extLst>
                <a:ext uri="{FF2B5EF4-FFF2-40B4-BE49-F238E27FC236}">
                  <a16:creationId xmlns:a16="http://schemas.microsoft.com/office/drawing/2014/main" id="{B70AD077-2BD3-4BF8-BFB8-D194DE26A68E}"/>
                </a:ext>
              </a:extLst>
            </p:cNvPr>
            <p:cNvSpPr/>
            <p:nvPr/>
          </p:nvSpPr>
          <p:spPr bwMode="auto">
            <a:xfrm rot="5400000">
              <a:off x="4249441" y="3880112"/>
              <a:ext cx="371371" cy="759844"/>
            </a:xfrm>
            <a:prstGeom prst="flowChartOffpageConnector">
              <a:avLst/>
            </a:prstGeom>
            <a:solidFill>
              <a:schemeClr val="bg1"/>
            </a:solidFill>
            <a:ln w="9525">
              <a:solidFill>
                <a:schemeClr val="tx1"/>
              </a:solidFill>
              <a:miter lim="800000"/>
              <a:headEnd/>
              <a:tailEnd/>
            </a:ln>
          </p:spPr>
          <p:txBody>
            <a:bodyPr vert="vert270" lIns="0" tIns="0" rIns="0" bIns="0" anchor="ctr"/>
            <a:lstStyle/>
            <a:p>
              <a:pPr algn="ctr" defTabSz="576000">
                <a:lnSpc>
                  <a:spcPct val="120000"/>
                </a:lnSpc>
                <a:defRPr/>
              </a:pPr>
              <a:r>
                <a:rPr lang="de-DE" dirty="0">
                  <a:latin typeface="+mn-lt"/>
                  <a:ea typeface="+mn-ea"/>
                  <a:cs typeface="+mn-cs"/>
                </a:rPr>
                <a:t>I</a:t>
              </a:r>
              <a:r>
                <a:rPr lang="de-DE" baseline="-25000" dirty="0">
                  <a:latin typeface="+mn-lt"/>
                  <a:ea typeface="+mn-ea"/>
                  <a:cs typeface="+mn-cs"/>
                </a:rPr>
                <a:t>sense</a:t>
              </a:r>
            </a:p>
          </p:txBody>
        </p:sp>
        <p:cxnSp>
          <p:nvCxnSpPr>
            <p:cNvPr id="268" name="Straight Connector 267">
              <a:extLst>
                <a:ext uri="{FF2B5EF4-FFF2-40B4-BE49-F238E27FC236}">
                  <a16:creationId xmlns:a16="http://schemas.microsoft.com/office/drawing/2014/main" id="{B4E4A625-6BF1-4043-B8C2-1583B68124B0}"/>
                </a:ext>
              </a:extLst>
            </p:cNvPr>
            <p:cNvCxnSpPr>
              <a:cxnSpLocks/>
              <a:stCxn id="290" idx="3"/>
              <a:endCxn id="252" idx="0"/>
            </p:cNvCxnSpPr>
            <p:nvPr/>
          </p:nvCxnSpPr>
          <p:spPr>
            <a:xfrm>
              <a:off x="3017784" y="3198113"/>
              <a:ext cx="0" cy="893807"/>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C79B1667-20BB-4CAD-8427-D070BAD224A3}"/>
                </a:ext>
              </a:extLst>
            </p:cNvPr>
            <p:cNvCxnSpPr>
              <a:cxnSpLocks/>
              <a:stCxn id="252" idx="4"/>
              <a:endCxn id="251" idx="0"/>
            </p:cNvCxnSpPr>
            <p:nvPr/>
          </p:nvCxnSpPr>
          <p:spPr>
            <a:xfrm>
              <a:off x="3017784" y="4134784"/>
              <a:ext cx="0" cy="3334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70" name="Oval 269">
              <a:extLst>
                <a:ext uri="{FF2B5EF4-FFF2-40B4-BE49-F238E27FC236}">
                  <a16:creationId xmlns:a16="http://schemas.microsoft.com/office/drawing/2014/main" id="{389E1B15-6B2C-4854-AA7B-96BC6CE66698}"/>
                </a:ext>
              </a:extLst>
            </p:cNvPr>
            <p:cNvSpPr/>
            <p:nvPr/>
          </p:nvSpPr>
          <p:spPr bwMode="auto">
            <a:xfrm>
              <a:off x="2997152" y="4407848"/>
              <a:ext cx="41263" cy="42865"/>
            </a:xfrm>
            <a:prstGeom prst="ellipse">
              <a:avLst/>
            </a:prstGeom>
            <a:solidFill>
              <a:schemeClr val="tx2"/>
            </a:solidFill>
            <a:ln w="9525">
              <a:noFill/>
              <a:miter lim="800000"/>
              <a:headEnd/>
              <a:tailEnd/>
            </a:ln>
          </p:spPr>
          <p:txBody>
            <a:bodyPr lIns="72000" tIns="72000" rIns="72000" bIns="72000" anchor="ctr"/>
            <a:lstStyle/>
            <a:p>
              <a:pPr algn="ctr" defTabSz="576000">
                <a:lnSpc>
                  <a:spcPct val="120000"/>
                </a:lnSpc>
                <a:defRPr/>
              </a:pPr>
              <a:endParaRPr lang="de-DE" sz="1600" dirty="0">
                <a:solidFill>
                  <a:schemeClr val="bg1"/>
                </a:solidFill>
                <a:latin typeface="+mn-lt"/>
                <a:ea typeface="+mn-ea"/>
                <a:cs typeface="+mn-cs"/>
              </a:endParaRPr>
            </a:p>
          </p:txBody>
        </p:sp>
        <p:cxnSp>
          <p:nvCxnSpPr>
            <p:cNvPr id="271" name="Straight Connector 270">
              <a:extLst>
                <a:ext uri="{FF2B5EF4-FFF2-40B4-BE49-F238E27FC236}">
                  <a16:creationId xmlns:a16="http://schemas.microsoft.com/office/drawing/2014/main" id="{77A3FA37-5B2F-4FDF-97B2-4672BA540A34}"/>
                </a:ext>
              </a:extLst>
            </p:cNvPr>
            <p:cNvCxnSpPr>
              <a:cxnSpLocks/>
              <a:stCxn id="251" idx="2"/>
              <a:endCxn id="270" idx="0"/>
            </p:cNvCxnSpPr>
            <p:nvPr/>
          </p:nvCxnSpPr>
          <p:spPr>
            <a:xfrm>
              <a:off x="3017784" y="4352283"/>
              <a:ext cx="0" cy="55565"/>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F1988578-5CC2-430F-993E-8D32111C248C}"/>
                </a:ext>
              </a:extLst>
            </p:cNvPr>
            <p:cNvCxnSpPr>
              <a:cxnSpLocks/>
              <a:stCxn id="252" idx="6"/>
              <a:endCxn id="262" idx="1"/>
            </p:cNvCxnSpPr>
            <p:nvPr/>
          </p:nvCxnSpPr>
          <p:spPr>
            <a:xfrm flipV="1">
              <a:off x="3038415" y="4112558"/>
              <a:ext cx="371370" cy="1588"/>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7CEB698E-4ABB-4762-B230-B9012562FCB7}"/>
                </a:ext>
              </a:extLst>
            </p:cNvPr>
            <p:cNvCxnSpPr>
              <a:cxnSpLocks/>
              <a:stCxn id="270" idx="6"/>
              <a:endCxn id="263" idx="1"/>
            </p:cNvCxnSpPr>
            <p:nvPr/>
          </p:nvCxnSpPr>
          <p:spPr>
            <a:xfrm>
              <a:off x="3038415" y="4428487"/>
              <a:ext cx="371370"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C47FF8F1-6B19-460A-A526-7E2BAF4F862C}"/>
                </a:ext>
              </a:extLst>
            </p:cNvPr>
            <p:cNvCxnSpPr>
              <a:cxnSpLocks/>
              <a:stCxn id="162" idx="6"/>
              <a:endCxn id="270" idx="2"/>
            </p:cNvCxnSpPr>
            <p:nvPr/>
          </p:nvCxnSpPr>
          <p:spPr>
            <a:xfrm>
              <a:off x="2587693" y="4428487"/>
              <a:ext cx="409459" cy="0"/>
            </a:xfrm>
            <a:prstGeom prst="line">
              <a:avLst/>
            </a:prstGeom>
            <a:ln w="952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A49FC6D7-B5DA-4182-BAD6-BC5FD31C6B38}"/>
                </a:ext>
              </a:extLst>
            </p:cNvPr>
            <p:cNvCxnSpPr>
              <a:cxnSpLocks/>
              <a:stCxn id="160" idx="6"/>
              <a:endCxn id="253" idx="1"/>
            </p:cNvCxnSpPr>
            <p:nvPr/>
          </p:nvCxnSpPr>
          <p:spPr>
            <a:xfrm>
              <a:off x="2587693" y="3385447"/>
              <a:ext cx="822092" cy="0"/>
            </a:xfrm>
            <a:prstGeom prst="line">
              <a:avLst/>
            </a:prstGeom>
            <a:ln w="952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5C451727-2217-40CD-9377-72FFC35BD4ED}"/>
                </a:ext>
              </a:extLst>
            </p:cNvPr>
            <p:cNvCxnSpPr>
              <a:cxnSpLocks/>
              <a:stCxn id="161" idx="6"/>
              <a:endCxn id="254" idx="1"/>
            </p:cNvCxnSpPr>
            <p:nvPr/>
          </p:nvCxnSpPr>
          <p:spPr>
            <a:xfrm>
              <a:off x="2587693" y="3849020"/>
              <a:ext cx="822092" cy="0"/>
            </a:xfrm>
            <a:prstGeom prst="line">
              <a:avLst/>
            </a:prstGeom>
            <a:ln w="9525">
              <a:solidFill>
                <a:schemeClr val="tx1"/>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278" name="TextBox 277">
              <a:extLst>
                <a:ext uri="{FF2B5EF4-FFF2-40B4-BE49-F238E27FC236}">
                  <a16:creationId xmlns:a16="http://schemas.microsoft.com/office/drawing/2014/main" id="{4BD168BB-0438-4A64-9FCA-594FCAFB5CE2}"/>
                </a:ext>
              </a:extLst>
            </p:cNvPr>
            <p:cNvSpPr txBox="1"/>
            <p:nvPr/>
          </p:nvSpPr>
          <p:spPr bwMode="auto">
            <a:xfrm>
              <a:off x="2622608" y="2618648"/>
              <a:ext cx="299953" cy="157170"/>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de-DE" sz="800" kern="0" dirty="0">
                  <a:latin typeface="+mn-lt"/>
                  <a:ea typeface="+mn-ea"/>
                  <a:cs typeface="+mn-cs"/>
                </a:rPr>
                <a:t>R</a:t>
              </a:r>
              <a:r>
                <a:rPr lang="de-DE" sz="800" kern="0" baseline="-25000" dirty="0">
                  <a:latin typeface="+mn-lt"/>
                  <a:ea typeface="+mn-ea"/>
                  <a:cs typeface="+mn-cs"/>
                </a:rPr>
                <a:t>sense</a:t>
              </a:r>
            </a:p>
          </p:txBody>
        </p:sp>
        <p:sp>
          <p:nvSpPr>
            <p:cNvPr id="279" name="TextBox 278">
              <a:extLst>
                <a:ext uri="{FF2B5EF4-FFF2-40B4-BE49-F238E27FC236}">
                  <a16:creationId xmlns:a16="http://schemas.microsoft.com/office/drawing/2014/main" id="{B26DBB5B-7953-405A-99E8-73757E5F39BC}"/>
                </a:ext>
              </a:extLst>
            </p:cNvPr>
            <p:cNvSpPr txBox="1"/>
            <p:nvPr/>
          </p:nvSpPr>
          <p:spPr bwMode="auto">
            <a:xfrm>
              <a:off x="2722593" y="4185587"/>
              <a:ext cx="238058" cy="157171"/>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de-DE" sz="800" kern="0" dirty="0">
                  <a:latin typeface="+mn-lt"/>
                  <a:ea typeface="+mn-ea"/>
                  <a:cs typeface="+mn-cs"/>
                </a:rPr>
                <a:t>R</a:t>
              </a:r>
              <a:r>
                <a:rPr lang="de-DE" sz="800" kern="0" baseline="-25000" dirty="0">
                  <a:latin typeface="+mn-lt"/>
                  <a:ea typeface="+mn-ea"/>
                  <a:cs typeface="+mn-cs"/>
                </a:rPr>
                <a:t>load</a:t>
              </a:r>
            </a:p>
          </p:txBody>
        </p:sp>
        <p:sp>
          <p:nvSpPr>
            <p:cNvPr id="282" name="TextBox 281">
              <a:extLst>
                <a:ext uri="{FF2B5EF4-FFF2-40B4-BE49-F238E27FC236}">
                  <a16:creationId xmlns:a16="http://schemas.microsoft.com/office/drawing/2014/main" id="{202C5DED-339C-4D24-B443-DA390E300715}"/>
                </a:ext>
              </a:extLst>
            </p:cNvPr>
            <p:cNvSpPr txBox="1"/>
            <p:nvPr/>
          </p:nvSpPr>
          <p:spPr bwMode="auto">
            <a:xfrm>
              <a:off x="4193788" y="2825033"/>
              <a:ext cx="642756" cy="434996"/>
            </a:xfrm>
            <a:prstGeom prst="rect">
              <a:avLst/>
            </a:prstGeom>
            <a:noFill/>
            <a:ln w="9525">
              <a:noFill/>
              <a:miter lim="800000"/>
              <a:headEnd/>
              <a:tailEnd/>
            </a:ln>
            <a:effectLst/>
          </p:spPr>
          <p:txBody>
            <a:bodyPr wrap="none" lIns="0" tIns="0" rIns="0" bIns="0">
              <a:spAutoFit/>
            </a:bodyPr>
            <a:lstStyle/>
            <a:p>
              <a:pPr defTabSz="576000" fontAlgn="auto">
                <a:lnSpc>
                  <a:spcPct val="120000"/>
                </a:lnSpc>
                <a:spcBef>
                  <a:spcPts val="0"/>
                </a:spcBef>
                <a:spcAft>
                  <a:spcPts val="0"/>
                </a:spcAft>
                <a:buClr>
                  <a:schemeClr val="tx2"/>
                </a:buClr>
                <a:defRPr/>
              </a:pPr>
              <a:r>
                <a:rPr lang="de-DE" sz="1050" kern="0" dirty="0">
                  <a:latin typeface="+mn-lt"/>
                  <a:ea typeface="+mn-ea"/>
                  <a:cs typeface="+mn-cs"/>
                </a:rPr>
                <a:t>Current</a:t>
              </a:r>
              <a:br>
                <a:rPr lang="de-DE" sz="1050" kern="0" dirty="0">
                  <a:latin typeface="+mn-lt"/>
                  <a:ea typeface="+mn-ea"/>
                  <a:cs typeface="+mn-cs"/>
                </a:rPr>
              </a:br>
              <a:r>
                <a:rPr lang="de-DE" sz="1050" kern="0" dirty="0">
                  <a:latin typeface="+mn-lt"/>
                  <a:ea typeface="+mn-ea"/>
                  <a:cs typeface="+mn-cs"/>
                </a:rPr>
                <a:t>Excitaion</a:t>
              </a:r>
              <a:endParaRPr lang="de-DE" sz="1050" kern="0" baseline="-25000" dirty="0">
                <a:latin typeface="+mn-lt"/>
                <a:ea typeface="+mn-ea"/>
                <a:cs typeface="+mn-cs"/>
              </a:endParaRPr>
            </a:p>
          </p:txBody>
        </p:sp>
      </p:grpSp>
      <p:sp>
        <p:nvSpPr>
          <p:cNvPr id="300" name="Rectangle 299">
            <a:extLst>
              <a:ext uri="{FF2B5EF4-FFF2-40B4-BE49-F238E27FC236}">
                <a16:creationId xmlns:a16="http://schemas.microsoft.com/office/drawing/2014/main" id="{77C0CFF9-6AC2-4EDB-89FF-B725867F8504}"/>
              </a:ext>
            </a:extLst>
          </p:cNvPr>
          <p:cNvSpPr/>
          <p:nvPr/>
        </p:nvSpPr>
        <p:spPr bwMode="auto">
          <a:xfrm>
            <a:off x="6672263" y="4941888"/>
            <a:ext cx="5400675" cy="1439862"/>
          </a:xfrm>
          <a:prstGeom prst="rect">
            <a:avLst/>
          </a:prstGeom>
          <a:solidFill>
            <a:schemeClr val="bg1"/>
          </a:solidFill>
          <a:ln w="9525">
            <a:solidFill>
              <a:schemeClr val="accent1"/>
            </a:solidFill>
            <a:miter lim="800000"/>
            <a:headEnd/>
            <a:tailEnd/>
          </a:ln>
        </p:spPr>
        <p:txBody>
          <a:bodyPr lIns="72000" tIns="72000" rIns="72000" bIns="72000"/>
          <a:lstStyle/>
          <a:p>
            <a:pPr defTabSz="576000">
              <a:lnSpc>
                <a:spcPct val="120000"/>
              </a:lnSpc>
              <a:defRPr/>
            </a:pPr>
            <a:r>
              <a:rPr lang="de-DE" b="1" u="sng">
                <a:latin typeface="+mn-lt"/>
                <a:ea typeface="+mn-ea"/>
                <a:cs typeface="+mn-cs"/>
              </a:rPr>
              <a:t>Available </a:t>
            </a:r>
            <a:r>
              <a:rPr lang="de-DE" b="1" u="sng" dirty="0">
                <a:latin typeface="+mn-lt"/>
                <a:ea typeface="+mn-ea"/>
                <a:cs typeface="+mn-cs"/>
              </a:rPr>
              <a:t>Infineon Solutions:</a:t>
            </a:r>
          </a:p>
          <a:p>
            <a:pPr marL="285750" indent="-285750" defTabSz="576000">
              <a:lnSpc>
                <a:spcPct val="120000"/>
              </a:lnSpc>
              <a:buFontTx/>
              <a:buChar char="-"/>
              <a:defRPr/>
            </a:pPr>
            <a:r>
              <a:rPr lang="de-DE" b="1" dirty="0">
                <a:latin typeface="+mn-lt"/>
                <a:ea typeface="+mn-ea"/>
                <a:cs typeface="+mn-cs"/>
              </a:rPr>
              <a:t>TLE9010</a:t>
            </a:r>
            <a:r>
              <a:rPr lang="de-DE" b="1">
                <a:latin typeface="+mn-lt"/>
                <a:ea typeface="+mn-ea"/>
                <a:cs typeface="+mn-cs"/>
              </a:rPr>
              <a:t>:</a:t>
            </a:r>
            <a:r>
              <a:rPr lang="de-DE">
                <a:latin typeface="+mn-lt"/>
                <a:ea typeface="+mn-ea"/>
                <a:cs typeface="+mn-cs"/>
              </a:rPr>
              <a:t> Single-channel </a:t>
            </a:r>
            <a:r>
              <a:rPr lang="de-DE" dirty="0">
                <a:latin typeface="+mn-lt"/>
                <a:ea typeface="+mn-ea"/>
                <a:cs typeface="+mn-cs"/>
              </a:rPr>
              <a:t>EIS </a:t>
            </a:r>
            <a:r>
              <a:rPr lang="de-DE">
                <a:latin typeface="+mn-lt"/>
                <a:ea typeface="+mn-ea"/>
                <a:cs typeface="+mn-cs"/>
              </a:rPr>
              <a:t>with AC-</a:t>
            </a:r>
            <a:r>
              <a:rPr lang="de-DE">
                <a:latin typeface="+mn-lt"/>
              </a:rPr>
              <a:t>d</a:t>
            </a:r>
            <a:r>
              <a:rPr lang="de-DE">
                <a:latin typeface="+mn-lt"/>
                <a:ea typeface="+mn-ea"/>
                <a:cs typeface="+mn-cs"/>
              </a:rPr>
              <a:t>ecoupled ADC and capability to measure up </a:t>
            </a:r>
            <a:r>
              <a:rPr lang="de-DE" dirty="0">
                <a:latin typeface="+mn-lt"/>
                <a:ea typeface="+mn-ea"/>
                <a:cs typeface="+mn-cs"/>
              </a:rPr>
              <a:t>to 7 </a:t>
            </a:r>
            <a:r>
              <a:rPr lang="de-DE">
                <a:latin typeface="+mn-lt"/>
                <a:ea typeface="+mn-ea"/>
                <a:cs typeface="+mn-cs"/>
              </a:rPr>
              <a:t>kHz EIS.</a:t>
            </a:r>
            <a:endParaRPr lang="de-DE" dirty="0">
              <a:latin typeface="+mn-lt"/>
              <a:ea typeface="+mn-ea"/>
              <a:cs typeface="+mn-cs"/>
            </a:endParaRPr>
          </a:p>
          <a:p>
            <a:pPr marL="285750" indent="-285750" defTabSz="576000">
              <a:lnSpc>
                <a:spcPct val="120000"/>
              </a:lnSpc>
              <a:buFontTx/>
              <a:buChar char="-"/>
              <a:defRPr/>
            </a:pPr>
            <a:r>
              <a:rPr lang="de-DE" b="1" dirty="0">
                <a:latin typeface="+mn-lt"/>
                <a:ea typeface="+mn-ea"/>
                <a:cs typeface="+mn-cs"/>
              </a:rPr>
              <a:t>TLE9018 + PSOC</a:t>
            </a:r>
            <a:r>
              <a:rPr lang="de-DE" b="1" baseline="30000" dirty="0">
                <a:latin typeface="+mn-lt"/>
                <a:ea typeface="+mn-ea"/>
                <a:cs typeface="+mn-cs"/>
              </a:rPr>
              <a:t>TM</a:t>
            </a:r>
            <a:r>
              <a:rPr lang="de-DE" b="1" dirty="0">
                <a:latin typeface="+mn-lt"/>
                <a:ea typeface="+mn-ea"/>
                <a:cs typeface="+mn-cs"/>
              </a:rPr>
              <a:t> HVPA: </a:t>
            </a:r>
            <a:r>
              <a:rPr lang="de-DE" dirty="0">
                <a:latin typeface="+mn-lt"/>
                <a:ea typeface="+mn-ea"/>
                <a:cs typeface="+mn-cs"/>
              </a:rPr>
              <a:t>Synchronous EIS measurement </a:t>
            </a:r>
            <a:r>
              <a:rPr lang="de-DE">
                <a:latin typeface="+mn-lt"/>
                <a:ea typeface="+mn-ea"/>
                <a:cs typeface="+mn-cs"/>
              </a:rPr>
              <a:t>with Iso</a:t>
            </a:r>
            <a:r>
              <a:rPr lang="de-DE">
                <a:latin typeface="+mn-lt"/>
              </a:rPr>
              <a:t> </a:t>
            </a:r>
            <a:r>
              <a:rPr lang="de-DE">
                <a:latin typeface="+mn-lt"/>
                <a:ea typeface="+mn-ea"/>
                <a:cs typeface="+mn-cs"/>
              </a:rPr>
              <a:t>UART</a:t>
            </a:r>
            <a:r>
              <a:rPr lang="de-DE">
                <a:latin typeface="+mn-lt"/>
              </a:rPr>
              <a:t> (</a:t>
            </a:r>
            <a:r>
              <a:rPr lang="de-DE">
                <a:latin typeface="+mn-lt"/>
                <a:ea typeface="+mn-ea"/>
                <a:cs typeface="+mn-cs"/>
              </a:rPr>
              <a:t>up </a:t>
            </a:r>
            <a:r>
              <a:rPr lang="de-DE" dirty="0">
                <a:latin typeface="+mn-lt"/>
                <a:ea typeface="+mn-ea"/>
                <a:cs typeface="+mn-cs"/>
              </a:rPr>
              <a:t>to </a:t>
            </a:r>
            <a:r>
              <a:rPr lang="de-DE">
                <a:latin typeface="+mn-lt"/>
                <a:ea typeface="+mn-ea"/>
                <a:cs typeface="+mn-cs"/>
              </a:rPr>
              <a:t>333 Hz</a:t>
            </a:r>
            <a:r>
              <a:rPr lang="de-DE">
                <a:latin typeface="+mn-lt"/>
              </a:rPr>
              <a:t>)</a:t>
            </a:r>
            <a:r>
              <a:rPr lang="de-DE">
                <a:latin typeface="+mn-lt"/>
                <a:ea typeface="+mn-ea"/>
                <a:cs typeface="+mn-cs"/>
              </a:rPr>
              <a:t>.</a:t>
            </a:r>
            <a:endParaRPr lang="de-DE" b="1" dirty="0">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AAC21D2E-07E1-4701-9ECD-18CD894BBB2D}"/>
              </a:ext>
            </a:extLst>
          </p:cNvPr>
          <p:cNvSpPr>
            <a:spLocks noGrp="1" noChangeArrowheads="1"/>
          </p:cNvSpPr>
          <p:nvPr>
            <p:ph type="title"/>
          </p:nvPr>
        </p:nvSpPr>
        <p:spPr>
          <a:xfrm>
            <a:off x="335360" y="311752"/>
            <a:ext cx="9613068" cy="399895"/>
          </a:xfrm>
        </p:spPr>
        <p:txBody>
          <a:bodyPr/>
          <a:lstStyle/>
          <a:p>
            <a:r>
              <a:rPr lang="de-DE" altLang="de-DE" dirty="0"/>
              <a:t>EIS Demo</a:t>
            </a:r>
            <a:endParaRPr lang="en-US" altLang="de-DE" dirty="0"/>
          </a:p>
        </p:txBody>
      </p:sp>
      <p:sp>
        <p:nvSpPr>
          <p:cNvPr id="6" name="Rectangle 5">
            <a:extLst>
              <a:ext uri="{FF2B5EF4-FFF2-40B4-BE49-F238E27FC236}">
                <a16:creationId xmlns:a16="http://schemas.microsoft.com/office/drawing/2014/main" id="{6FCA4BF3-866A-4F55-9201-67DB13B55ABA}"/>
              </a:ext>
            </a:extLst>
          </p:cNvPr>
          <p:cNvSpPr/>
          <p:nvPr/>
        </p:nvSpPr>
        <p:spPr bwMode="auto">
          <a:xfrm>
            <a:off x="2282826" y="4481166"/>
            <a:ext cx="215900" cy="431800"/>
          </a:xfrm>
          <a:prstGeom prst="rect">
            <a:avLst/>
          </a:prstGeom>
          <a:solidFill>
            <a:schemeClr val="bg1"/>
          </a:solidFill>
          <a:ln w="9525">
            <a:noFill/>
            <a:miter lim="800000"/>
            <a:headEnd/>
            <a:tailEnd/>
          </a:ln>
        </p:spPr>
        <p:txBody>
          <a:bodyPr lIns="72000" tIns="72000" rIns="72000" bIns="72000" anchor="ctr"/>
          <a:lstStyle/>
          <a:p>
            <a:pPr algn="ctr" defTabSz="576000">
              <a:lnSpc>
                <a:spcPct val="120000"/>
              </a:lnSpc>
              <a:defRPr/>
            </a:pPr>
            <a:endParaRPr lang="en-US" sz="1600" dirty="0">
              <a:solidFill>
                <a:schemeClr val="bg1"/>
              </a:solidFill>
              <a:latin typeface="+mn-lt"/>
              <a:ea typeface="+mn-ea"/>
              <a:cs typeface="+mn-cs"/>
            </a:endParaRPr>
          </a:p>
        </p:txBody>
      </p:sp>
      <p:pic>
        <p:nvPicPr>
          <p:cNvPr id="52228" name="Picture 6">
            <a:extLst>
              <a:ext uri="{FF2B5EF4-FFF2-40B4-BE49-F238E27FC236}">
                <a16:creationId xmlns:a16="http://schemas.microsoft.com/office/drawing/2014/main" id="{6B4AFD3D-AB30-455D-A434-A0E49D8223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25178"/>
            <a:ext cx="5380038" cy="515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3" descr="image002">
            <a:extLst>
              <a:ext uri="{FF2B5EF4-FFF2-40B4-BE49-F238E27FC236}">
                <a16:creationId xmlns:a16="http://schemas.microsoft.com/office/drawing/2014/main" id="{7974CC39-E2D0-45C9-B77A-E4099F902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3229" r="2820" b="12718"/>
          <a:stretch>
            <a:fillRect/>
          </a:stretch>
        </p:blipFill>
        <p:spPr bwMode="auto">
          <a:xfrm>
            <a:off x="3487738" y="2145953"/>
            <a:ext cx="5238750" cy="399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a:extLst>
              <a:ext uri="{FF2B5EF4-FFF2-40B4-BE49-F238E27FC236}">
                <a16:creationId xmlns:a16="http://schemas.microsoft.com/office/drawing/2014/main" id="{D77E83A5-886D-4A8E-9E72-2D98DA492984}"/>
              </a:ext>
            </a:extLst>
          </p:cNvPr>
          <p:cNvSpPr/>
          <p:nvPr/>
        </p:nvSpPr>
        <p:spPr>
          <a:xfrm>
            <a:off x="8959851" y="2406303"/>
            <a:ext cx="720725" cy="688975"/>
          </a:xfrm>
          <a:prstGeom prst="ellipse">
            <a:avLst/>
          </a:prstGeom>
          <a:solidFill>
            <a:schemeClr val="tx2"/>
          </a:solidFill>
          <a:ln>
            <a:solidFill>
              <a:srgbClr val="3B9B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57" eaLnBrk="1" fontAlgn="auto" hangingPunct="1">
              <a:spcBef>
                <a:spcPts val="0"/>
              </a:spcBef>
              <a:spcAft>
                <a:spcPts val="0"/>
              </a:spcAft>
              <a:defRPr/>
            </a:pPr>
            <a:r>
              <a:rPr lang="de-DE" sz="2880" dirty="0">
                <a:solidFill>
                  <a:prstClr val="white"/>
                </a:solidFill>
              </a:rPr>
              <a:t>1</a:t>
            </a:r>
            <a:endParaRPr lang="en-US" sz="2880" dirty="0">
              <a:solidFill>
                <a:prstClr val="white"/>
              </a:solidFill>
            </a:endParaRPr>
          </a:p>
        </p:txBody>
      </p:sp>
      <p:sp>
        <p:nvSpPr>
          <p:cNvPr id="9" name="Oval 8">
            <a:extLst>
              <a:ext uri="{FF2B5EF4-FFF2-40B4-BE49-F238E27FC236}">
                <a16:creationId xmlns:a16="http://schemas.microsoft.com/office/drawing/2014/main" id="{41499477-95B3-4FFB-AAB7-90AC7B2E4A21}"/>
              </a:ext>
            </a:extLst>
          </p:cNvPr>
          <p:cNvSpPr/>
          <p:nvPr/>
        </p:nvSpPr>
        <p:spPr>
          <a:xfrm>
            <a:off x="8959851" y="4657378"/>
            <a:ext cx="720725" cy="687388"/>
          </a:xfrm>
          <a:prstGeom prst="ellipse">
            <a:avLst/>
          </a:prstGeom>
          <a:solidFill>
            <a:schemeClr val="tx2"/>
          </a:solidFill>
          <a:ln>
            <a:solidFill>
              <a:srgbClr val="3B9B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57" eaLnBrk="1" fontAlgn="auto" hangingPunct="1">
              <a:spcBef>
                <a:spcPts val="0"/>
              </a:spcBef>
              <a:spcAft>
                <a:spcPts val="0"/>
              </a:spcAft>
              <a:defRPr/>
            </a:pPr>
            <a:r>
              <a:rPr lang="de-DE" sz="2880" dirty="0">
                <a:solidFill>
                  <a:prstClr val="white"/>
                </a:solidFill>
              </a:rPr>
              <a:t>3</a:t>
            </a:r>
            <a:endParaRPr lang="en-US" sz="2880" dirty="0">
              <a:solidFill>
                <a:prstClr val="white"/>
              </a:solidFill>
            </a:endParaRPr>
          </a:p>
        </p:txBody>
      </p:sp>
      <p:sp>
        <p:nvSpPr>
          <p:cNvPr id="10" name="Oval 9">
            <a:extLst>
              <a:ext uri="{FF2B5EF4-FFF2-40B4-BE49-F238E27FC236}">
                <a16:creationId xmlns:a16="http://schemas.microsoft.com/office/drawing/2014/main" id="{E59B6CF8-F817-46C1-AF77-2D7107C9A11D}"/>
              </a:ext>
            </a:extLst>
          </p:cNvPr>
          <p:cNvSpPr/>
          <p:nvPr/>
        </p:nvSpPr>
        <p:spPr>
          <a:xfrm>
            <a:off x="8959851" y="3531841"/>
            <a:ext cx="720725" cy="688975"/>
          </a:xfrm>
          <a:prstGeom prst="ellipse">
            <a:avLst/>
          </a:prstGeom>
          <a:solidFill>
            <a:schemeClr val="tx2"/>
          </a:solidFill>
          <a:ln>
            <a:solidFill>
              <a:srgbClr val="3B9B9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55857" eaLnBrk="1" fontAlgn="auto" hangingPunct="1">
              <a:spcBef>
                <a:spcPts val="0"/>
              </a:spcBef>
              <a:spcAft>
                <a:spcPts val="0"/>
              </a:spcAft>
              <a:defRPr/>
            </a:pPr>
            <a:r>
              <a:rPr lang="de-DE" sz="2880" dirty="0">
                <a:solidFill>
                  <a:prstClr val="white"/>
                </a:solidFill>
              </a:rPr>
              <a:t>2</a:t>
            </a:r>
            <a:endParaRPr lang="en-US" sz="2880" dirty="0">
              <a:solidFill>
                <a:prstClr val="white"/>
              </a:solidFill>
            </a:endParaRPr>
          </a:p>
        </p:txBody>
      </p:sp>
      <p:sp>
        <p:nvSpPr>
          <p:cNvPr id="11" name="TextBox 10">
            <a:extLst>
              <a:ext uri="{FF2B5EF4-FFF2-40B4-BE49-F238E27FC236}">
                <a16:creationId xmlns:a16="http://schemas.microsoft.com/office/drawing/2014/main" id="{8D28A1E8-2C3D-4483-971B-95AAB0884CA9}"/>
              </a:ext>
            </a:extLst>
          </p:cNvPr>
          <p:cNvSpPr txBox="1"/>
          <p:nvPr/>
        </p:nvSpPr>
        <p:spPr bwMode="auto">
          <a:xfrm>
            <a:off x="9752013" y="2439641"/>
            <a:ext cx="1408113" cy="635000"/>
          </a:xfrm>
          <a:prstGeom prst="rect">
            <a:avLst/>
          </a:prstGeom>
          <a:noFill/>
          <a:ln w="9525">
            <a:noFill/>
            <a:miter lim="800000"/>
            <a:headEnd/>
            <a:tailEnd/>
          </a:ln>
          <a:effectLst/>
        </p:spPr>
        <p:txBody>
          <a:bodyPr lIns="0" tIns="0" rIns="0" bIns="0">
            <a:spAutoFit/>
          </a:bodyPr>
          <a:lstStyle/>
          <a:p>
            <a:pPr defTabSz="576000" fontAlgn="auto">
              <a:lnSpc>
                <a:spcPct val="120000"/>
              </a:lnSpc>
              <a:spcBef>
                <a:spcPts val="0"/>
              </a:spcBef>
              <a:spcAft>
                <a:spcPts val="0"/>
              </a:spcAft>
              <a:buClr>
                <a:schemeClr val="tx2"/>
              </a:buClr>
              <a:defRPr/>
            </a:pPr>
            <a:r>
              <a:rPr lang="de-DE" sz="1800" kern="0" dirty="0">
                <a:latin typeface="+mn-lt"/>
                <a:ea typeface="+mn-ea"/>
                <a:cs typeface="+mn-cs"/>
              </a:rPr>
              <a:t>Trigger measurement</a:t>
            </a:r>
            <a:endParaRPr lang="en-US" sz="1800" kern="0" dirty="0">
              <a:latin typeface="+mn-lt"/>
              <a:ea typeface="+mn-ea"/>
              <a:cs typeface="+mn-cs"/>
            </a:endParaRPr>
          </a:p>
        </p:txBody>
      </p:sp>
      <p:sp>
        <p:nvSpPr>
          <p:cNvPr id="12" name="TextBox 11">
            <a:extLst>
              <a:ext uri="{FF2B5EF4-FFF2-40B4-BE49-F238E27FC236}">
                <a16:creationId xmlns:a16="http://schemas.microsoft.com/office/drawing/2014/main" id="{992CF079-D186-4977-8E6B-109D09B19D58}"/>
              </a:ext>
            </a:extLst>
          </p:cNvPr>
          <p:cNvSpPr txBox="1"/>
          <p:nvPr/>
        </p:nvSpPr>
        <p:spPr bwMode="auto">
          <a:xfrm>
            <a:off x="9752013" y="4657378"/>
            <a:ext cx="1949450" cy="633413"/>
          </a:xfrm>
          <a:prstGeom prst="rect">
            <a:avLst/>
          </a:prstGeom>
          <a:noFill/>
          <a:ln w="9525">
            <a:noFill/>
            <a:miter lim="800000"/>
            <a:headEnd/>
            <a:tailEnd/>
          </a:ln>
          <a:effectLst/>
        </p:spPr>
        <p:txBody>
          <a:bodyPr lIns="0" tIns="0" rIns="0" bIns="0">
            <a:spAutoFit/>
          </a:bodyPr>
          <a:lstStyle/>
          <a:p>
            <a:pPr defTabSz="576000" fontAlgn="auto">
              <a:lnSpc>
                <a:spcPct val="120000"/>
              </a:lnSpc>
              <a:spcBef>
                <a:spcPts val="0"/>
              </a:spcBef>
              <a:spcAft>
                <a:spcPts val="0"/>
              </a:spcAft>
              <a:buClr>
                <a:schemeClr val="tx2"/>
              </a:buClr>
              <a:defRPr/>
            </a:pPr>
            <a:r>
              <a:rPr lang="de-DE" sz="1800" kern="0" dirty="0">
                <a:latin typeface="+mn-lt"/>
                <a:ea typeface="+mn-ea"/>
                <a:cs typeface="+mn-cs"/>
              </a:rPr>
              <a:t>Read results and compute EIS</a:t>
            </a:r>
            <a:endParaRPr lang="en-US" sz="1800" kern="0" dirty="0">
              <a:latin typeface="+mn-lt"/>
              <a:ea typeface="+mn-ea"/>
              <a:cs typeface="+mn-cs"/>
            </a:endParaRPr>
          </a:p>
        </p:txBody>
      </p:sp>
      <p:sp>
        <p:nvSpPr>
          <p:cNvPr id="13" name="TextBox 12">
            <a:extLst>
              <a:ext uri="{FF2B5EF4-FFF2-40B4-BE49-F238E27FC236}">
                <a16:creationId xmlns:a16="http://schemas.microsoft.com/office/drawing/2014/main" id="{0B8A4B58-95DD-41A9-A149-884CE62A48C1}"/>
              </a:ext>
            </a:extLst>
          </p:cNvPr>
          <p:cNvSpPr txBox="1"/>
          <p:nvPr/>
        </p:nvSpPr>
        <p:spPr bwMode="auto">
          <a:xfrm>
            <a:off x="9752013" y="3533428"/>
            <a:ext cx="2416175" cy="635000"/>
          </a:xfrm>
          <a:prstGeom prst="rect">
            <a:avLst/>
          </a:prstGeom>
          <a:noFill/>
          <a:ln w="9525">
            <a:noFill/>
            <a:miter lim="800000"/>
            <a:headEnd/>
            <a:tailEnd/>
          </a:ln>
          <a:effectLst/>
        </p:spPr>
        <p:txBody>
          <a:bodyPr lIns="0" tIns="0" rIns="0" bIns="0">
            <a:spAutoFit/>
          </a:bodyPr>
          <a:lstStyle/>
          <a:p>
            <a:pPr defTabSz="576000" fontAlgn="auto">
              <a:lnSpc>
                <a:spcPct val="120000"/>
              </a:lnSpc>
              <a:spcBef>
                <a:spcPts val="0"/>
              </a:spcBef>
              <a:spcAft>
                <a:spcPts val="0"/>
              </a:spcAft>
              <a:buClr>
                <a:schemeClr val="tx2"/>
              </a:buClr>
              <a:defRPr/>
            </a:pPr>
            <a:r>
              <a:rPr lang="de-DE" sz="1800" kern="0" dirty="0">
                <a:latin typeface="+mn-lt"/>
                <a:ea typeface="+mn-ea"/>
                <a:cs typeface="+mn-cs"/>
              </a:rPr>
              <a:t>Perform synchronous</a:t>
            </a:r>
            <a:br>
              <a:rPr lang="de-DE" sz="1800" kern="0" dirty="0">
                <a:latin typeface="+mn-lt"/>
                <a:ea typeface="+mn-ea"/>
                <a:cs typeface="+mn-cs"/>
              </a:rPr>
            </a:br>
            <a:r>
              <a:rPr lang="de-DE" sz="1800" kern="0" dirty="0">
                <a:latin typeface="+mn-lt"/>
                <a:ea typeface="+mn-ea"/>
                <a:cs typeface="+mn-cs"/>
              </a:rPr>
              <a:t>V and I measurement</a:t>
            </a:r>
            <a:endParaRPr lang="en-US" sz="1800" kern="0" dirty="0">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CAD6D-3972-8177-008C-DCFCFC71FCD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E3DC613-2F0F-0CC8-CEF9-3E0044136ACF}"/>
              </a:ext>
            </a:extLst>
          </p:cNvPr>
          <p:cNvSpPr>
            <a:spLocks noGrp="1"/>
          </p:cNvSpPr>
          <p:nvPr>
            <p:ph type="dt" sz="half" idx="14"/>
          </p:nvPr>
        </p:nvSpPr>
        <p:spPr/>
        <p:txBody>
          <a:bodyPr/>
          <a:lstStyle/>
          <a:p>
            <a:pPr marL="0" marR="0" lvl="0" indent="0" algn="r" defTabSz="914400" rtl="0" eaLnBrk="1" fontAlgn="t" latinLnBrk="0" hangingPunct="1">
              <a:lnSpc>
                <a:spcPct val="100000"/>
              </a:lnSpc>
              <a:spcBef>
                <a:spcPct val="0"/>
              </a:spcBef>
              <a:spcAft>
                <a:spcPct val="0"/>
              </a:spcAft>
              <a:buClr>
                <a:srgbClr val="575352"/>
              </a:buClr>
              <a:buSzTx/>
              <a:buFontTx/>
              <a:buNone/>
              <a:tabLst/>
              <a:defRPr/>
            </a:pPr>
            <a:r>
              <a:rPr kumimoji="0" lang="en-US" sz="100" b="1" i="0" u="none" strike="noStrike" kern="1200" cap="none" spc="0" normalizeH="0" baseline="0" noProof="0">
                <a:ln>
                  <a:noFill/>
                </a:ln>
                <a:noFill/>
                <a:effectLst/>
                <a:uLnTx/>
                <a:uFillTx/>
                <a:latin typeface="Arial"/>
                <a:ea typeface="Arial Unicode MS"/>
                <a:cs typeface="Arial"/>
              </a:rPr>
              <a:t> </a:t>
            </a:r>
            <a:endParaRPr kumimoji="0" lang="en-US" sz="100" b="1" i="0" u="none" strike="noStrike" kern="1200" cap="none" spc="0" normalizeH="0" baseline="0" noProof="0" dirty="0">
              <a:ln>
                <a:noFill/>
              </a:ln>
              <a:noFill/>
              <a:effectLst/>
              <a:uLnTx/>
              <a:uFillTx/>
              <a:latin typeface="Arial"/>
              <a:ea typeface="Arial Unicode MS"/>
              <a:cs typeface="Arial"/>
            </a:endParaRPr>
          </a:p>
        </p:txBody>
      </p:sp>
      <p:sp>
        <p:nvSpPr>
          <p:cNvPr id="5" name="Footer Placeholder 4">
            <a:extLst>
              <a:ext uri="{FF2B5EF4-FFF2-40B4-BE49-F238E27FC236}">
                <a16:creationId xmlns:a16="http://schemas.microsoft.com/office/drawing/2014/main" id="{CD21C9F2-60BD-A4F1-BC2C-095B02B33948}"/>
              </a:ext>
            </a:extLst>
          </p:cNvPr>
          <p:cNvSpPr>
            <a:spLocks noGrp="1"/>
          </p:cNvSpPr>
          <p:nvPr>
            <p:ph type="ftr" sz="quarter" idx="15"/>
          </p:nvPr>
        </p:nvSpPr>
        <p:spPr/>
        <p:txBody>
          <a:bodyPr/>
          <a:lstStyle/>
          <a:p>
            <a:pPr marL="0" marR="0" lvl="0" indent="0" algn="r" defTabSz="914400" rtl="0" eaLnBrk="1" fontAlgn="t" latinLnBrk="0" hangingPunct="1">
              <a:lnSpc>
                <a:spcPct val="100000"/>
              </a:lnSpc>
              <a:spcBef>
                <a:spcPct val="0"/>
              </a:spcBef>
              <a:spcAft>
                <a:spcPct val="0"/>
              </a:spcAft>
              <a:buClr>
                <a:srgbClr val="575352"/>
              </a:buClr>
              <a:buSzTx/>
              <a:buFontTx/>
              <a:buNone/>
              <a:tabLst/>
              <a:defRPr/>
            </a:pPr>
            <a:endParaRPr kumimoji="0" lang="en-US" sz="100" b="0" i="0" u="none" strike="noStrike" kern="1200" cap="none" spc="0" normalizeH="0" baseline="0" noProof="0" dirty="0">
              <a:ln>
                <a:noFill/>
              </a:ln>
              <a:noFill/>
              <a:effectLst/>
              <a:uLnTx/>
              <a:uFillTx/>
              <a:latin typeface="Arial"/>
              <a:ea typeface="Arial Unicode MS"/>
              <a:cs typeface="Arial"/>
            </a:endParaRPr>
          </a:p>
        </p:txBody>
      </p:sp>
      <p:cxnSp>
        <p:nvCxnSpPr>
          <p:cNvPr id="9" name="Straight Connector 8">
            <a:extLst>
              <a:ext uri="{FF2B5EF4-FFF2-40B4-BE49-F238E27FC236}">
                <a16:creationId xmlns:a16="http://schemas.microsoft.com/office/drawing/2014/main" id="{E2A50C51-9841-2139-717B-5DEFB7AFCB94}"/>
              </a:ext>
            </a:extLst>
          </p:cNvPr>
          <p:cNvCxnSpPr/>
          <p:nvPr/>
        </p:nvCxnSpPr>
        <p:spPr>
          <a:xfrm>
            <a:off x="6702219" y="5377014"/>
            <a:ext cx="21508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3BB62B-0034-281A-01D7-650F785E873D}"/>
              </a:ext>
            </a:extLst>
          </p:cNvPr>
          <p:cNvCxnSpPr>
            <a:cxnSpLocks/>
          </p:cNvCxnSpPr>
          <p:nvPr/>
        </p:nvCxnSpPr>
        <p:spPr>
          <a:xfrm flipV="1">
            <a:off x="7059097" y="5117885"/>
            <a:ext cx="1793998" cy="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2987A18-679E-8188-C788-31902ED81E4D}"/>
              </a:ext>
            </a:extLst>
          </p:cNvPr>
          <p:cNvCxnSpPr>
            <a:cxnSpLocks/>
          </p:cNvCxnSpPr>
          <p:nvPr/>
        </p:nvCxnSpPr>
        <p:spPr>
          <a:xfrm>
            <a:off x="9325033" y="874840"/>
            <a:ext cx="0" cy="405681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E57D45B-C571-C9C6-CBD9-8E58A51495C4}"/>
              </a:ext>
            </a:extLst>
          </p:cNvPr>
          <p:cNvCxnSpPr/>
          <p:nvPr/>
        </p:nvCxnSpPr>
        <p:spPr>
          <a:xfrm>
            <a:off x="9685073" y="533190"/>
            <a:ext cx="0" cy="442814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D88ADB95-80E6-16FB-3C6B-88258AA43C1B}"/>
              </a:ext>
            </a:extLst>
          </p:cNvPr>
          <p:cNvSpPr/>
          <p:nvPr/>
        </p:nvSpPr>
        <p:spPr bwMode="auto">
          <a:xfrm>
            <a:off x="8017030" y="4961330"/>
            <a:ext cx="2779244" cy="553790"/>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4" name="Rectangle: Rounded Corners 13">
            <a:extLst>
              <a:ext uri="{FF2B5EF4-FFF2-40B4-BE49-F238E27FC236}">
                <a16:creationId xmlns:a16="http://schemas.microsoft.com/office/drawing/2014/main" id="{20044DEA-E2BF-810C-1AB2-6658018C899F}"/>
              </a:ext>
            </a:extLst>
          </p:cNvPr>
          <p:cNvSpPr/>
          <p:nvPr/>
        </p:nvSpPr>
        <p:spPr bwMode="auto">
          <a:xfrm>
            <a:off x="7991829" y="4190106"/>
            <a:ext cx="2779244" cy="553790"/>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5" name="Rectangle: Rounded Corners 14">
            <a:extLst>
              <a:ext uri="{FF2B5EF4-FFF2-40B4-BE49-F238E27FC236}">
                <a16:creationId xmlns:a16="http://schemas.microsoft.com/office/drawing/2014/main" id="{146A1566-19D4-7788-9459-3D5319276025}"/>
              </a:ext>
            </a:extLst>
          </p:cNvPr>
          <p:cNvSpPr/>
          <p:nvPr/>
        </p:nvSpPr>
        <p:spPr bwMode="auto">
          <a:xfrm>
            <a:off x="7981984" y="3565743"/>
            <a:ext cx="2779244" cy="553790"/>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6" name="Rectangle: Rounded Corners 15">
            <a:extLst>
              <a:ext uri="{FF2B5EF4-FFF2-40B4-BE49-F238E27FC236}">
                <a16:creationId xmlns:a16="http://schemas.microsoft.com/office/drawing/2014/main" id="{1EC49FF1-1634-AFD9-DE63-6B0543A893C4}"/>
              </a:ext>
            </a:extLst>
          </p:cNvPr>
          <p:cNvSpPr/>
          <p:nvPr/>
        </p:nvSpPr>
        <p:spPr bwMode="auto">
          <a:xfrm>
            <a:off x="7991829" y="1716688"/>
            <a:ext cx="2779244" cy="553790"/>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7" name="Rectangle: Rounded Corners 16">
            <a:extLst>
              <a:ext uri="{FF2B5EF4-FFF2-40B4-BE49-F238E27FC236}">
                <a16:creationId xmlns:a16="http://schemas.microsoft.com/office/drawing/2014/main" id="{7839EE0E-BC86-5732-F246-D4C6F1250C67}"/>
              </a:ext>
            </a:extLst>
          </p:cNvPr>
          <p:cNvSpPr/>
          <p:nvPr/>
        </p:nvSpPr>
        <p:spPr bwMode="auto">
          <a:xfrm>
            <a:off x="7981984" y="1129823"/>
            <a:ext cx="2779244" cy="553790"/>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8" name="Title 6">
            <a:extLst>
              <a:ext uri="{FF2B5EF4-FFF2-40B4-BE49-F238E27FC236}">
                <a16:creationId xmlns:a16="http://schemas.microsoft.com/office/drawing/2014/main" id="{4BF58184-FC0A-F8D1-1537-5D96EB042C60}"/>
              </a:ext>
            </a:extLst>
          </p:cNvPr>
          <p:cNvSpPr>
            <a:spLocks noGrp="1"/>
          </p:cNvSpPr>
          <p:nvPr>
            <p:ph type="title" hasCustomPrompt="1"/>
          </p:nvPr>
        </p:nvSpPr>
        <p:spPr>
          <a:xfrm>
            <a:off x="252025" y="230230"/>
            <a:ext cx="9613068" cy="528292"/>
          </a:xfrm>
        </p:spPr>
        <p:txBody>
          <a:bodyPr/>
          <a:lstStyle/>
          <a:p>
            <a:r>
              <a:t>H</a:t>
            </a:r>
            <a:r>
              <a:rPr lang="en-SG"/>
              <a:t>igh-Voltage (HV) </a:t>
            </a:r>
            <a:r>
              <a:t>BMS</a:t>
            </a:r>
          </a:p>
        </p:txBody>
      </p:sp>
      <p:sp>
        <p:nvSpPr>
          <p:cNvPr id="19" name="Rectangle: Rounded Corners 18">
            <a:extLst>
              <a:ext uri="{FF2B5EF4-FFF2-40B4-BE49-F238E27FC236}">
                <a16:creationId xmlns:a16="http://schemas.microsoft.com/office/drawing/2014/main" id="{EFAC41C7-E01E-970D-1537-9BC915A3636E}"/>
              </a:ext>
            </a:extLst>
          </p:cNvPr>
          <p:cNvSpPr/>
          <p:nvPr/>
        </p:nvSpPr>
        <p:spPr bwMode="auto">
          <a:xfrm>
            <a:off x="3731006" y="1301795"/>
            <a:ext cx="3813561" cy="2988924"/>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20" name="Rectangle 107">
            <a:extLst>
              <a:ext uri="{FF2B5EF4-FFF2-40B4-BE49-F238E27FC236}">
                <a16:creationId xmlns:a16="http://schemas.microsoft.com/office/drawing/2014/main" id="{28572D24-3ACD-3B0B-767E-D7DFAC96E691}"/>
              </a:ext>
            </a:extLst>
          </p:cNvPr>
          <p:cNvSpPr>
            <a:spLocks noChangeArrowheads="1"/>
          </p:cNvSpPr>
          <p:nvPr/>
        </p:nvSpPr>
        <p:spPr bwMode="auto">
          <a:xfrm>
            <a:off x="8823431" y="1184753"/>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1</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sp>
        <p:nvSpPr>
          <p:cNvPr id="21" name="TextBox 20">
            <a:extLst>
              <a:ext uri="{FF2B5EF4-FFF2-40B4-BE49-F238E27FC236}">
                <a16:creationId xmlns:a16="http://schemas.microsoft.com/office/drawing/2014/main" id="{C5982DD9-631B-D03E-82D3-943985EC7004}"/>
              </a:ext>
            </a:extLst>
          </p:cNvPr>
          <p:cNvSpPr txBox="1"/>
          <p:nvPr/>
        </p:nvSpPr>
        <p:spPr bwMode="auto">
          <a:xfrm>
            <a:off x="4999621" y="3895428"/>
            <a:ext cx="1392861" cy="369926"/>
          </a:xfrm>
          <a:prstGeom prst="rect">
            <a:avLst/>
          </a:prstGeom>
          <a:noFill/>
          <a:ln w="9525">
            <a:noFill/>
            <a:miter lim="800000"/>
            <a:headEnd/>
            <a:tailEnd/>
          </a:ln>
          <a:effectLst/>
        </p:spPr>
        <p:txBody>
          <a:bodyPr wrap="square" lIns="0" tIns="0" rIns="0" bIns="0" rtlCol="0" anchor="ctr" anchorCtr="0">
            <a:no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600" b="1" i="0" u="none" strike="noStrike" kern="0" cap="none" spc="0" normalizeH="0" baseline="0" noProof="0" dirty="0">
                <a:ln>
                  <a:noFill/>
                </a:ln>
                <a:solidFill>
                  <a:srgbClr val="1D1D1D"/>
                </a:solidFill>
                <a:effectLst/>
                <a:uLnTx/>
                <a:uFillTx/>
                <a:latin typeface="Arial"/>
                <a:ea typeface="Arial Unicode MS"/>
                <a:cs typeface="Arial"/>
              </a:rPr>
              <a:t>BMU</a:t>
            </a:r>
          </a:p>
        </p:txBody>
      </p:sp>
      <p:sp>
        <p:nvSpPr>
          <p:cNvPr id="22" name="Rectangle 21">
            <a:extLst>
              <a:ext uri="{FF2B5EF4-FFF2-40B4-BE49-F238E27FC236}">
                <a16:creationId xmlns:a16="http://schemas.microsoft.com/office/drawing/2014/main" id="{E07F361E-CE60-8E67-64BF-4CB8C92C23AA}"/>
              </a:ext>
            </a:extLst>
          </p:cNvPr>
          <p:cNvSpPr/>
          <p:nvPr/>
        </p:nvSpPr>
        <p:spPr bwMode="auto">
          <a:xfrm rot="16200000">
            <a:off x="10541550" y="1808078"/>
            <a:ext cx="1557269" cy="438224"/>
          </a:xfrm>
          <a:prstGeom prst="rect">
            <a:avLst/>
          </a:prstGeom>
          <a:solidFill>
            <a:schemeClr val="bg1"/>
          </a:solidFill>
          <a:ln w="9525">
            <a:solidFill>
              <a:schemeClr val="tx1"/>
            </a:solid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sp>
        <p:nvSpPr>
          <p:cNvPr id="23" name="Rectangle 22">
            <a:extLst>
              <a:ext uri="{FF2B5EF4-FFF2-40B4-BE49-F238E27FC236}">
                <a16:creationId xmlns:a16="http://schemas.microsoft.com/office/drawing/2014/main" id="{E2461882-850F-1BD7-74BE-D2CB12E16E9D}"/>
              </a:ext>
            </a:extLst>
          </p:cNvPr>
          <p:cNvSpPr/>
          <p:nvPr/>
        </p:nvSpPr>
        <p:spPr bwMode="auto">
          <a:xfrm rot="16200000">
            <a:off x="10541550" y="3624890"/>
            <a:ext cx="1557269" cy="438224"/>
          </a:xfrm>
          <a:prstGeom prst="rect">
            <a:avLst/>
          </a:prstGeom>
          <a:solidFill>
            <a:schemeClr val="bg1"/>
          </a:solidFill>
          <a:ln w="9525">
            <a:solidFill>
              <a:schemeClr val="tx1"/>
            </a:solid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24" name="Straight Connector 23">
            <a:extLst>
              <a:ext uri="{FF2B5EF4-FFF2-40B4-BE49-F238E27FC236}">
                <a16:creationId xmlns:a16="http://schemas.microsoft.com/office/drawing/2014/main" id="{4115E7CD-398C-66BF-7D1C-30EC814E219A}"/>
              </a:ext>
            </a:extLst>
          </p:cNvPr>
          <p:cNvCxnSpPr>
            <a:cxnSpLocks/>
            <a:stCxn id="23" idx="1"/>
            <a:endCxn id="22" idx="3"/>
          </p:cNvCxnSpPr>
          <p:nvPr/>
        </p:nvCxnSpPr>
        <p:spPr>
          <a:xfrm flipV="1">
            <a:off x="11320185" y="1248556"/>
            <a:ext cx="0" cy="3374081"/>
          </a:xfrm>
          <a:prstGeom prst="line">
            <a:avLst/>
          </a:prstGeom>
          <a:ln w="38100" cap="flat"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213B170C-3DAE-42DB-B005-A35B2CB50DBD}"/>
              </a:ext>
            </a:extLst>
          </p:cNvPr>
          <p:cNvGrpSpPr/>
          <p:nvPr/>
        </p:nvGrpSpPr>
        <p:grpSpPr>
          <a:xfrm rot="16200000">
            <a:off x="11231336" y="4106981"/>
            <a:ext cx="211596" cy="282237"/>
            <a:chOff x="4393369" y="3860999"/>
            <a:chExt cx="158697" cy="211678"/>
          </a:xfrm>
        </p:grpSpPr>
        <p:grpSp>
          <p:nvGrpSpPr>
            <p:cNvPr id="26" name="Group 25">
              <a:extLst>
                <a:ext uri="{FF2B5EF4-FFF2-40B4-BE49-F238E27FC236}">
                  <a16:creationId xmlns:a16="http://schemas.microsoft.com/office/drawing/2014/main" id="{512DC0A7-B6A0-56DB-B8DB-98E3C8C6F6A8}"/>
                </a:ext>
              </a:extLst>
            </p:cNvPr>
            <p:cNvGrpSpPr/>
            <p:nvPr/>
          </p:nvGrpSpPr>
          <p:grpSpPr>
            <a:xfrm>
              <a:off x="4450659" y="3860999"/>
              <a:ext cx="45719" cy="183023"/>
              <a:chOff x="4450659" y="3860999"/>
              <a:chExt cx="45719" cy="183023"/>
            </a:xfrm>
          </p:grpSpPr>
          <p:sp>
            <p:nvSpPr>
              <p:cNvPr id="28" name="Rectangle 27">
                <a:extLst>
                  <a:ext uri="{FF2B5EF4-FFF2-40B4-BE49-F238E27FC236}">
                    <a16:creationId xmlns:a16="http://schemas.microsoft.com/office/drawing/2014/main" id="{A586A359-A81B-00D3-0B9C-1F1DF06DD2F3}"/>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29" name="Straight Connector 28">
                <a:extLst>
                  <a:ext uri="{FF2B5EF4-FFF2-40B4-BE49-F238E27FC236}">
                    <a16:creationId xmlns:a16="http://schemas.microsoft.com/office/drawing/2014/main" id="{4DA49D5B-78F7-060F-DCAA-64BA5021B780}"/>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EEFD4E2-65E3-9FFD-B78E-D5260265F1E6}"/>
                  </a:ext>
                </a:extLst>
              </p:cNvPr>
              <p:cNvCxnSpPr/>
              <p:nvPr/>
            </p:nvCxnSpPr>
            <p:spPr>
              <a:xfrm flipV="1">
                <a:off x="4488936"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5AEC5F69-4B14-E69C-2C3A-C350FB9CE9A5}"/>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31" name="Group 30">
            <a:extLst>
              <a:ext uri="{FF2B5EF4-FFF2-40B4-BE49-F238E27FC236}">
                <a16:creationId xmlns:a16="http://schemas.microsoft.com/office/drawing/2014/main" id="{1E9C3F44-26E1-0273-3E73-0EAA01EA3B13}"/>
              </a:ext>
            </a:extLst>
          </p:cNvPr>
          <p:cNvGrpSpPr/>
          <p:nvPr/>
        </p:nvGrpSpPr>
        <p:grpSpPr>
          <a:xfrm rot="16200000">
            <a:off x="11231336" y="3831613"/>
            <a:ext cx="211596" cy="282237"/>
            <a:chOff x="4393369" y="3860999"/>
            <a:chExt cx="158697" cy="211678"/>
          </a:xfrm>
        </p:grpSpPr>
        <p:grpSp>
          <p:nvGrpSpPr>
            <p:cNvPr id="32" name="Group 31">
              <a:extLst>
                <a:ext uri="{FF2B5EF4-FFF2-40B4-BE49-F238E27FC236}">
                  <a16:creationId xmlns:a16="http://schemas.microsoft.com/office/drawing/2014/main" id="{F37B95CA-52D1-F29B-CEA2-41F9CC0398AF}"/>
                </a:ext>
              </a:extLst>
            </p:cNvPr>
            <p:cNvGrpSpPr/>
            <p:nvPr/>
          </p:nvGrpSpPr>
          <p:grpSpPr>
            <a:xfrm>
              <a:off x="4450659" y="3860999"/>
              <a:ext cx="45719" cy="183023"/>
              <a:chOff x="4450659" y="3860999"/>
              <a:chExt cx="45719" cy="183023"/>
            </a:xfrm>
          </p:grpSpPr>
          <p:sp>
            <p:nvSpPr>
              <p:cNvPr id="34" name="Rectangle 33">
                <a:extLst>
                  <a:ext uri="{FF2B5EF4-FFF2-40B4-BE49-F238E27FC236}">
                    <a16:creationId xmlns:a16="http://schemas.microsoft.com/office/drawing/2014/main" id="{4A8A433E-72DA-7A08-C456-82A56F574331}"/>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35" name="Straight Connector 34">
                <a:extLst>
                  <a:ext uri="{FF2B5EF4-FFF2-40B4-BE49-F238E27FC236}">
                    <a16:creationId xmlns:a16="http://schemas.microsoft.com/office/drawing/2014/main" id="{F27C3516-6380-C10A-54DF-C4CA348FA805}"/>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F982D6E-46BD-5FBE-3259-07872357BF01}"/>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24ACFAF4-8CEF-D040-DE9B-8E9DC9CF3561}"/>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37" name="Group 36">
            <a:extLst>
              <a:ext uri="{FF2B5EF4-FFF2-40B4-BE49-F238E27FC236}">
                <a16:creationId xmlns:a16="http://schemas.microsoft.com/office/drawing/2014/main" id="{EC142FA6-B360-C11A-2222-1D59DA585BB0}"/>
              </a:ext>
            </a:extLst>
          </p:cNvPr>
          <p:cNvGrpSpPr/>
          <p:nvPr/>
        </p:nvGrpSpPr>
        <p:grpSpPr>
          <a:xfrm rot="16200000">
            <a:off x="11231336" y="3556245"/>
            <a:ext cx="211596" cy="282237"/>
            <a:chOff x="4393369" y="3860999"/>
            <a:chExt cx="158697" cy="211678"/>
          </a:xfrm>
        </p:grpSpPr>
        <p:grpSp>
          <p:nvGrpSpPr>
            <p:cNvPr id="38" name="Group 37">
              <a:extLst>
                <a:ext uri="{FF2B5EF4-FFF2-40B4-BE49-F238E27FC236}">
                  <a16:creationId xmlns:a16="http://schemas.microsoft.com/office/drawing/2014/main" id="{78F74E4F-6F12-F6F8-F7CE-B89B463ABC41}"/>
                </a:ext>
              </a:extLst>
            </p:cNvPr>
            <p:cNvGrpSpPr/>
            <p:nvPr/>
          </p:nvGrpSpPr>
          <p:grpSpPr>
            <a:xfrm>
              <a:off x="4450659" y="3860999"/>
              <a:ext cx="45719" cy="183023"/>
              <a:chOff x="4450659" y="3860999"/>
              <a:chExt cx="45719" cy="183023"/>
            </a:xfrm>
          </p:grpSpPr>
          <p:sp>
            <p:nvSpPr>
              <p:cNvPr id="40" name="Rectangle 39">
                <a:extLst>
                  <a:ext uri="{FF2B5EF4-FFF2-40B4-BE49-F238E27FC236}">
                    <a16:creationId xmlns:a16="http://schemas.microsoft.com/office/drawing/2014/main" id="{C323A9DA-9D97-1633-C513-899F9D7C3074}"/>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41" name="Straight Connector 40">
                <a:extLst>
                  <a:ext uri="{FF2B5EF4-FFF2-40B4-BE49-F238E27FC236}">
                    <a16:creationId xmlns:a16="http://schemas.microsoft.com/office/drawing/2014/main" id="{0516E55E-0A67-4FC8-CDE0-F0E77F8C4992}"/>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DFF437-A331-576C-1472-34B1CD2EC33D}"/>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39" name="TextBox 38">
              <a:extLst>
                <a:ext uri="{FF2B5EF4-FFF2-40B4-BE49-F238E27FC236}">
                  <a16:creationId xmlns:a16="http://schemas.microsoft.com/office/drawing/2014/main" id="{FE350E68-07BB-FF5C-BB93-FD27E2BAAF6A}"/>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43" name="Group 42">
            <a:extLst>
              <a:ext uri="{FF2B5EF4-FFF2-40B4-BE49-F238E27FC236}">
                <a16:creationId xmlns:a16="http://schemas.microsoft.com/office/drawing/2014/main" id="{7C047C9B-72B9-16CB-1E66-6A12EBE5D7B0}"/>
              </a:ext>
            </a:extLst>
          </p:cNvPr>
          <p:cNvGrpSpPr/>
          <p:nvPr/>
        </p:nvGrpSpPr>
        <p:grpSpPr>
          <a:xfrm rot="16200000">
            <a:off x="11231336" y="3280876"/>
            <a:ext cx="211596" cy="282237"/>
            <a:chOff x="4393369" y="3860999"/>
            <a:chExt cx="158697" cy="211678"/>
          </a:xfrm>
        </p:grpSpPr>
        <p:grpSp>
          <p:nvGrpSpPr>
            <p:cNvPr id="44" name="Group 43">
              <a:extLst>
                <a:ext uri="{FF2B5EF4-FFF2-40B4-BE49-F238E27FC236}">
                  <a16:creationId xmlns:a16="http://schemas.microsoft.com/office/drawing/2014/main" id="{43C04D2B-5EF5-13AC-AD13-EDB23684E021}"/>
                </a:ext>
              </a:extLst>
            </p:cNvPr>
            <p:cNvGrpSpPr/>
            <p:nvPr/>
          </p:nvGrpSpPr>
          <p:grpSpPr>
            <a:xfrm>
              <a:off x="4450659" y="3860999"/>
              <a:ext cx="45719" cy="183023"/>
              <a:chOff x="4450659" y="3860999"/>
              <a:chExt cx="45719" cy="183023"/>
            </a:xfrm>
          </p:grpSpPr>
          <p:sp>
            <p:nvSpPr>
              <p:cNvPr id="46" name="Rectangle 45">
                <a:extLst>
                  <a:ext uri="{FF2B5EF4-FFF2-40B4-BE49-F238E27FC236}">
                    <a16:creationId xmlns:a16="http://schemas.microsoft.com/office/drawing/2014/main" id="{2348803D-FACB-B579-77CA-8175F8B1569E}"/>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47" name="Straight Connector 46">
                <a:extLst>
                  <a:ext uri="{FF2B5EF4-FFF2-40B4-BE49-F238E27FC236}">
                    <a16:creationId xmlns:a16="http://schemas.microsoft.com/office/drawing/2014/main" id="{C0E978D5-121F-5B20-7D69-8A9D7AD5FDC8}"/>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7C36684-369F-4F94-7A8B-AEB0C5AE0F72}"/>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1E7DA5CC-DAFC-FA62-C6D4-33BBE20B8A10}"/>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sp>
        <p:nvSpPr>
          <p:cNvPr id="49" name="Rounded Rectangle 409">
            <a:extLst>
              <a:ext uri="{FF2B5EF4-FFF2-40B4-BE49-F238E27FC236}">
                <a16:creationId xmlns:a16="http://schemas.microsoft.com/office/drawing/2014/main" id="{BC595D27-BE6E-3A74-EC46-A91A47477E68}"/>
              </a:ext>
            </a:extLst>
          </p:cNvPr>
          <p:cNvSpPr/>
          <p:nvPr/>
        </p:nvSpPr>
        <p:spPr bwMode="auto">
          <a:xfrm>
            <a:off x="10780918" y="758521"/>
            <a:ext cx="368157" cy="322184"/>
          </a:xfrm>
          <a:prstGeom prst="roundRect">
            <a:avLst/>
          </a:prstGeom>
          <a:noFill/>
          <a:ln w="9525">
            <a:noFill/>
            <a:miter lim="800000"/>
            <a:headEnd/>
            <a:tailEnd/>
          </a:ln>
        </p:spPr>
        <p:txBody>
          <a:bodyPr wrap="square" lIns="36000" tIns="36000" rIns="36000" bIns="36000" rtlCol="0" anchor="ct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HV</a:t>
            </a:r>
            <a:r>
              <a:rPr kumimoji="0" lang="en-US" sz="1000" b="1" i="0" u="none" strike="noStrike" kern="120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a:t>
            </a:r>
            <a:endParaRPr kumimoji="0" lang="en-US" sz="900" b="1" i="0" u="none" strike="noStrike" kern="120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endParaRPr>
          </a:p>
        </p:txBody>
      </p:sp>
      <p:cxnSp>
        <p:nvCxnSpPr>
          <p:cNvPr id="50" name="Connector: Elbow 49">
            <a:extLst>
              <a:ext uri="{FF2B5EF4-FFF2-40B4-BE49-F238E27FC236}">
                <a16:creationId xmlns:a16="http://schemas.microsoft.com/office/drawing/2014/main" id="{BDE316A7-9CD9-92A5-36CE-84A27ECD951A}"/>
              </a:ext>
            </a:extLst>
          </p:cNvPr>
          <p:cNvCxnSpPr>
            <a:cxnSpLocks/>
            <a:endCxn id="78" idx="1"/>
          </p:cNvCxnSpPr>
          <p:nvPr/>
        </p:nvCxnSpPr>
        <p:spPr>
          <a:xfrm flipV="1">
            <a:off x="11101071" y="5646254"/>
            <a:ext cx="213474" cy="975531"/>
          </a:xfrm>
          <a:prstGeom prst="bentConnector2">
            <a:avLst/>
          </a:prstGeom>
          <a:ln w="38100" cap="flat"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3D34DFD7-2706-6B7C-8662-C232246D6DE6}"/>
              </a:ext>
            </a:extLst>
          </p:cNvPr>
          <p:cNvCxnSpPr>
            <a:cxnSpLocks/>
            <a:stCxn id="49" idx="3"/>
            <a:endCxn id="22" idx="3"/>
          </p:cNvCxnSpPr>
          <p:nvPr/>
        </p:nvCxnSpPr>
        <p:spPr>
          <a:xfrm>
            <a:off x="11149075" y="919613"/>
            <a:ext cx="171110" cy="328943"/>
          </a:xfrm>
          <a:prstGeom prst="bentConnector2">
            <a:avLst/>
          </a:prstGeom>
          <a:ln w="38100" cap="flat"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67C4DC86-A0D9-D016-145F-572C205CAFDA}"/>
              </a:ext>
            </a:extLst>
          </p:cNvPr>
          <p:cNvGrpSpPr/>
          <p:nvPr/>
        </p:nvGrpSpPr>
        <p:grpSpPr>
          <a:xfrm rot="16200000">
            <a:off x="11231336" y="2265873"/>
            <a:ext cx="211596" cy="282237"/>
            <a:chOff x="4393369" y="3860999"/>
            <a:chExt cx="158697" cy="211678"/>
          </a:xfrm>
        </p:grpSpPr>
        <p:grpSp>
          <p:nvGrpSpPr>
            <p:cNvPr id="53" name="Group 52">
              <a:extLst>
                <a:ext uri="{FF2B5EF4-FFF2-40B4-BE49-F238E27FC236}">
                  <a16:creationId xmlns:a16="http://schemas.microsoft.com/office/drawing/2014/main" id="{A0D6A50F-804B-4AD0-C833-54BB4720D801}"/>
                </a:ext>
              </a:extLst>
            </p:cNvPr>
            <p:cNvGrpSpPr/>
            <p:nvPr/>
          </p:nvGrpSpPr>
          <p:grpSpPr>
            <a:xfrm>
              <a:off x="4450659" y="3860999"/>
              <a:ext cx="45719" cy="183023"/>
              <a:chOff x="4450659" y="3860999"/>
              <a:chExt cx="45719" cy="183023"/>
            </a:xfrm>
          </p:grpSpPr>
          <p:sp>
            <p:nvSpPr>
              <p:cNvPr id="55" name="Rectangle 54">
                <a:extLst>
                  <a:ext uri="{FF2B5EF4-FFF2-40B4-BE49-F238E27FC236}">
                    <a16:creationId xmlns:a16="http://schemas.microsoft.com/office/drawing/2014/main" id="{6F7F8648-820A-FDD2-63A7-908230831C16}"/>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56" name="Straight Connector 55">
                <a:extLst>
                  <a:ext uri="{FF2B5EF4-FFF2-40B4-BE49-F238E27FC236}">
                    <a16:creationId xmlns:a16="http://schemas.microsoft.com/office/drawing/2014/main" id="{27EEFDB6-F2F7-0852-C0A6-77DDEC48E778}"/>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44CCB52-2C42-45A3-6E56-A424080276F3}"/>
                  </a:ext>
                </a:extLst>
              </p:cNvPr>
              <p:cNvCxnSpPr/>
              <p:nvPr/>
            </p:nvCxnSpPr>
            <p:spPr>
              <a:xfrm flipV="1">
                <a:off x="4488936"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2F4A1382-592A-708D-EC21-524F5CDDDBDF}"/>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58" name="Group 57">
            <a:extLst>
              <a:ext uri="{FF2B5EF4-FFF2-40B4-BE49-F238E27FC236}">
                <a16:creationId xmlns:a16="http://schemas.microsoft.com/office/drawing/2014/main" id="{FD309962-AD7B-DED1-9D27-D57F4C004447}"/>
              </a:ext>
            </a:extLst>
          </p:cNvPr>
          <p:cNvGrpSpPr/>
          <p:nvPr/>
        </p:nvGrpSpPr>
        <p:grpSpPr>
          <a:xfrm rot="16200000">
            <a:off x="11231336" y="1990505"/>
            <a:ext cx="211596" cy="282237"/>
            <a:chOff x="4393369" y="3860999"/>
            <a:chExt cx="158697" cy="211678"/>
          </a:xfrm>
        </p:grpSpPr>
        <p:grpSp>
          <p:nvGrpSpPr>
            <p:cNvPr id="59" name="Group 58">
              <a:extLst>
                <a:ext uri="{FF2B5EF4-FFF2-40B4-BE49-F238E27FC236}">
                  <a16:creationId xmlns:a16="http://schemas.microsoft.com/office/drawing/2014/main" id="{BA287CAB-D5CF-EC3E-8F56-EAF48A244C47}"/>
                </a:ext>
              </a:extLst>
            </p:cNvPr>
            <p:cNvGrpSpPr/>
            <p:nvPr/>
          </p:nvGrpSpPr>
          <p:grpSpPr>
            <a:xfrm>
              <a:off x="4450659" y="3860999"/>
              <a:ext cx="45719" cy="183023"/>
              <a:chOff x="4450659" y="3860999"/>
              <a:chExt cx="45719" cy="183023"/>
            </a:xfrm>
          </p:grpSpPr>
          <p:sp>
            <p:nvSpPr>
              <p:cNvPr id="61" name="Rectangle 60">
                <a:extLst>
                  <a:ext uri="{FF2B5EF4-FFF2-40B4-BE49-F238E27FC236}">
                    <a16:creationId xmlns:a16="http://schemas.microsoft.com/office/drawing/2014/main" id="{3CC14EF9-0637-D147-A979-013AB5111193}"/>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62" name="Straight Connector 61">
                <a:extLst>
                  <a:ext uri="{FF2B5EF4-FFF2-40B4-BE49-F238E27FC236}">
                    <a16:creationId xmlns:a16="http://schemas.microsoft.com/office/drawing/2014/main" id="{A8CD8242-086B-5E16-3A6D-0197249E873A}"/>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3E1A8ED-58B6-1DBB-4A1C-4A63CC7CC803}"/>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9C3D6777-C7C0-4D8C-8846-191C0CE8E7E3}"/>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64" name="Group 63">
            <a:extLst>
              <a:ext uri="{FF2B5EF4-FFF2-40B4-BE49-F238E27FC236}">
                <a16:creationId xmlns:a16="http://schemas.microsoft.com/office/drawing/2014/main" id="{0FA9B33E-D3D1-5A90-DE7E-DAEA1FD2FEF1}"/>
              </a:ext>
            </a:extLst>
          </p:cNvPr>
          <p:cNvGrpSpPr/>
          <p:nvPr/>
        </p:nvGrpSpPr>
        <p:grpSpPr>
          <a:xfrm rot="16200000">
            <a:off x="11231336" y="1715137"/>
            <a:ext cx="211596" cy="282237"/>
            <a:chOff x="4393369" y="3860999"/>
            <a:chExt cx="158697" cy="211678"/>
          </a:xfrm>
        </p:grpSpPr>
        <p:grpSp>
          <p:nvGrpSpPr>
            <p:cNvPr id="65" name="Group 64">
              <a:extLst>
                <a:ext uri="{FF2B5EF4-FFF2-40B4-BE49-F238E27FC236}">
                  <a16:creationId xmlns:a16="http://schemas.microsoft.com/office/drawing/2014/main" id="{274DA18D-7699-C77B-9BEC-09ED710B82CB}"/>
                </a:ext>
              </a:extLst>
            </p:cNvPr>
            <p:cNvGrpSpPr/>
            <p:nvPr/>
          </p:nvGrpSpPr>
          <p:grpSpPr>
            <a:xfrm>
              <a:off x="4450659" y="3860999"/>
              <a:ext cx="45719" cy="183023"/>
              <a:chOff x="4450659" y="3860999"/>
              <a:chExt cx="45719" cy="183023"/>
            </a:xfrm>
          </p:grpSpPr>
          <p:sp>
            <p:nvSpPr>
              <p:cNvPr id="67" name="Rectangle 66">
                <a:extLst>
                  <a:ext uri="{FF2B5EF4-FFF2-40B4-BE49-F238E27FC236}">
                    <a16:creationId xmlns:a16="http://schemas.microsoft.com/office/drawing/2014/main" id="{8D0EA795-5366-36C3-62DE-2E587DB7B8F8}"/>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68" name="Straight Connector 67">
                <a:extLst>
                  <a:ext uri="{FF2B5EF4-FFF2-40B4-BE49-F238E27FC236}">
                    <a16:creationId xmlns:a16="http://schemas.microsoft.com/office/drawing/2014/main" id="{93188256-1985-80EF-3122-D2C796D2D236}"/>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BDE0639-E597-9EE0-AC2E-058924C337CC}"/>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66" name="TextBox 65">
              <a:extLst>
                <a:ext uri="{FF2B5EF4-FFF2-40B4-BE49-F238E27FC236}">
                  <a16:creationId xmlns:a16="http://schemas.microsoft.com/office/drawing/2014/main" id="{EC60B07F-DE4F-7760-CB9A-34C04E5C40E7}"/>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70" name="Group 69">
            <a:extLst>
              <a:ext uri="{FF2B5EF4-FFF2-40B4-BE49-F238E27FC236}">
                <a16:creationId xmlns:a16="http://schemas.microsoft.com/office/drawing/2014/main" id="{33B78679-1000-5D1C-CC65-B0458DD02D04}"/>
              </a:ext>
            </a:extLst>
          </p:cNvPr>
          <p:cNvGrpSpPr/>
          <p:nvPr/>
        </p:nvGrpSpPr>
        <p:grpSpPr>
          <a:xfrm rot="16200000">
            <a:off x="11231336" y="1439768"/>
            <a:ext cx="211596" cy="282237"/>
            <a:chOff x="4393369" y="3860999"/>
            <a:chExt cx="158697" cy="211678"/>
          </a:xfrm>
        </p:grpSpPr>
        <p:grpSp>
          <p:nvGrpSpPr>
            <p:cNvPr id="71" name="Group 70">
              <a:extLst>
                <a:ext uri="{FF2B5EF4-FFF2-40B4-BE49-F238E27FC236}">
                  <a16:creationId xmlns:a16="http://schemas.microsoft.com/office/drawing/2014/main" id="{6D7DC8FF-AE03-9C21-AB8D-58E26935AB55}"/>
                </a:ext>
              </a:extLst>
            </p:cNvPr>
            <p:cNvGrpSpPr/>
            <p:nvPr/>
          </p:nvGrpSpPr>
          <p:grpSpPr>
            <a:xfrm>
              <a:off x="4450659" y="3860999"/>
              <a:ext cx="45719" cy="183023"/>
              <a:chOff x="4450659" y="3860999"/>
              <a:chExt cx="45719" cy="183023"/>
            </a:xfrm>
          </p:grpSpPr>
          <p:sp>
            <p:nvSpPr>
              <p:cNvPr id="73" name="Rectangle 72">
                <a:extLst>
                  <a:ext uri="{FF2B5EF4-FFF2-40B4-BE49-F238E27FC236}">
                    <a16:creationId xmlns:a16="http://schemas.microsoft.com/office/drawing/2014/main" id="{40577F99-C199-0BB3-04C5-DB8B1F3EC433}"/>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74" name="Straight Connector 73">
                <a:extLst>
                  <a:ext uri="{FF2B5EF4-FFF2-40B4-BE49-F238E27FC236}">
                    <a16:creationId xmlns:a16="http://schemas.microsoft.com/office/drawing/2014/main" id="{D7EE39D3-7F3B-12D6-A1E8-AED7036A2917}"/>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76927BB-B551-9F1C-94E6-19B47F942144}"/>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A3FCA1D6-3A9D-3121-52AA-D69BCEE599F7}"/>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cxnSp>
        <p:nvCxnSpPr>
          <p:cNvPr id="76" name="Straight Connector 75">
            <a:extLst>
              <a:ext uri="{FF2B5EF4-FFF2-40B4-BE49-F238E27FC236}">
                <a16:creationId xmlns:a16="http://schemas.microsoft.com/office/drawing/2014/main" id="{A82A483C-818B-2F10-AFF5-1914455E83B4}"/>
              </a:ext>
            </a:extLst>
          </p:cNvPr>
          <p:cNvCxnSpPr>
            <a:cxnSpLocks/>
          </p:cNvCxnSpPr>
          <p:nvPr/>
        </p:nvCxnSpPr>
        <p:spPr>
          <a:xfrm>
            <a:off x="10225430" y="1320563"/>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57F74A2-D2D1-E7BE-31DB-F6C9AD927E69}"/>
              </a:ext>
            </a:extLst>
          </p:cNvPr>
          <p:cNvCxnSpPr>
            <a:cxnSpLocks/>
          </p:cNvCxnSpPr>
          <p:nvPr/>
        </p:nvCxnSpPr>
        <p:spPr>
          <a:xfrm>
            <a:off x="10225430" y="1500240"/>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75737A32-4765-00E5-C14A-194225EA9D60}"/>
              </a:ext>
            </a:extLst>
          </p:cNvPr>
          <p:cNvSpPr/>
          <p:nvPr/>
        </p:nvSpPr>
        <p:spPr bwMode="auto">
          <a:xfrm rot="16200000">
            <a:off x="10931455" y="5044052"/>
            <a:ext cx="766179" cy="438224"/>
          </a:xfrm>
          <a:prstGeom prst="rect">
            <a:avLst/>
          </a:prstGeom>
          <a:solidFill>
            <a:schemeClr val="bg1"/>
          </a:solidFill>
          <a:ln w="9525">
            <a:solidFill>
              <a:schemeClr val="tx1"/>
            </a:solid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79" name="Straight Connector 78">
            <a:extLst>
              <a:ext uri="{FF2B5EF4-FFF2-40B4-BE49-F238E27FC236}">
                <a16:creationId xmlns:a16="http://schemas.microsoft.com/office/drawing/2014/main" id="{64B063F8-318A-65DB-EBE4-05F97BD6A259}"/>
              </a:ext>
            </a:extLst>
          </p:cNvPr>
          <p:cNvCxnSpPr>
            <a:cxnSpLocks/>
            <a:stCxn id="78" idx="1"/>
            <a:endCxn id="78" idx="3"/>
          </p:cNvCxnSpPr>
          <p:nvPr/>
        </p:nvCxnSpPr>
        <p:spPr>
          <a:xfrm flipV="1">
            <a:off x="11314545" y="4880075"/>
            <a:ext cx="0" cy="766179"/>
          </a:xfrm>
          <a:prstGeom prst="line">
            <a:avLst/>
          </a:prstGeom>
          <a:ln w="38100" cap="flat" cmpd="sng" algn="ctr">
            <a:solidFill>
              <a:schemeClr val="bg2"/>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3FF0E14A-E6A0-191D-1840-0C48622C9C0F}"/>
              </a:ext>
            </a:extLst>
          </p:cNvPr>
          <p:cNvGrpSpPr/>
          <p:nvPr/>
        </p:nvGrpSpPr>
        <p:grpSpPr>
          <a:xfrm rot="16200000">
            <a:off x="11249321" y="5239816"/>
            <a:ext cx="211597" cy="282237"/>
            <a:chOff x="4406641" y="3860999"/>
            <a:chExt cx="158697" cy="211678"/>
          </a:xfrm>
        </p:grpSpPr>
        <p:grpSp>
          <p:nvGrpSpPr>
            <p:cNvPr id="81" name="Group 80">
              <a:extLst>
                <a:ext uri="{FF2B5EF4-FFF2-40B4-BE49-F238E27FC236}">
                  <a16:creationId xmlns:a16="http://schemas.microsoft.com/office/drawing/2014/main" id="{556AF534-381D-8A0A-84C3-3FA225CF241B}"/>
                </a:ext>
              </a:extLst>
            </p:cNvPr>
            <p:cNvGrpSpPr/>
            <p:nvPr/>
          </p:nvGrpSpPr>
          <p:grpSpPr>
            <a:xfrm>
              <a:off x="4450659" y="3860999"/>
              <a:ext cx="45719" cy="183023"/>
              <a:chOff x="4450659" y="3860999"/>
              <a:chExt cx="45719" cy="183023"/>
            </a:xfrm>
          </p:grpSpPr>
          <p:sp>
            <p:nvSpPr>
              <p:cNvPr id="83" name="Rectangle 82">
                <a:extLst>
                  <a:ext uri="{FF2B5EF4-FFF2-40B4-BE49-F238E27FC236}">
                    <a16:creationId xmlns:a16="http://schemas.microsoft.com/office/drawing/2014/main" id="{8C9E03FB-57AB-8AF9-E9E1-9936BE7A85AC}"/>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84" name="Straight Connector 83">
                <a:extLst>
                  <a:ext uri="{FF2B5EF4-FFF2-40B4-BE49-F238E27FC236}">
                    <a16:creationId xmlns:a16="http://schemas.microsoft.com/office/drawing/2014/main" id="{6653A76D-19FD-1436-4B60-0F505199D95B}"/>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BE1A49A-87AD-E6C0-F3DF-B9E3198C336A}"/>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82" name="TextBox 81">
              <a:extLst>
                <a:ext uri="{FF2B5EF4-FFF2-40B4-BE49-F238E27FC236}">
                  <a16:creationId xmlns:a16="http://schemas.microsoft.com/office/drawing/2014/main" id="{29022271-E696-04E9-902F-CEFCDD592EE0}"/>
                </a:ext>
              </a:extLst>
            </p:cNvPr>
            <p:cNvSpPr txBox="1"/>
            <p:nvPr/>
          </p:nvSpPr>
          <p:spPr bwMode="auto">
            <a:xfrm>
              <a:off x="4406641"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grpSp>
        <p:nvGrpSpPr>
          <p:cNvPr id="86" name="Group 85">
            <a:extLst>
              <a:ext uri="{FF2B5EF4-FFF2-40B4-BE49-F238E27FC236}">
                <a16:creationId xmlns:a16="http://schemas.microsoft.com/office/drawing/2014/main" id="{9461DDD8-4C5A-4C69-404C-843FCC9F7F7C}"/>
              </a:ext>
            </a:extLst>
          </p:cNvPr>
          <p:cNvGrpSpPr/>
          <p:nvPr/>
        </p:nvGrpSpPr>
        <p:grpSpPr>
          <a:xfrm rot="16200000">
            <a:off x="11249320" y="4947357"/>
            <a:ext cx="211596" cy="282237"/>
            <a:chOff x="4393369" y="3860999"/>
            <a:chExt cx="158697" cy="211678"/>
          </a:xfrm>
        </p:grpSpPr>
        <p:grpSp>
          <p:nvGrpSpPr>
            <p:cNvPr id="87" name="Group 86">
              <a:extLst>
                <a:ext uri="{FF2B5EF4-FFF2-40B4-BE49-F238E27FC236}">
                  <a16:creationId xmlns:a16="http://schemas.microsoft.com/office/drawing/2014/main" id="{3C36D614-2EA0-257E-C44B-8534365551C9}"/>
                </a:ext>
              </a:extLst>
            </p:cNvPr>
            <p:cNvGrpSpPr/>
            <p:nvPr/>
          </p:nvGrpSpPr>
          <p:grpSpPr>
            <a:xfrm>
              <a:off x="4450659" y="3860999"/>
              <a:ext cx="45719" cy="183023"/>
              <a:chOff x="4450659" y="3860999"/>
              <a:chExt cx="45719" cy="183023"/>
            </a:xfrm>
          </p:grpSpPr>
          <p:sp>
            <p:nvSpPr>
              <p:cNvPr id="89" name="Rectangle 88">
                <a:extLst>
                  <a:ext uri="{FF2B5EF4-FFF2-40B4-BE49-F238E27FC236}">
                    <a16:creationId xmlns:a16="http://schemas.microsoft.com/office/drawing/2014/main" id="{68680429-72AF-6A6A-CE60-C4F387E43AD8}"/>
                  </a:ext>
                </a:extLst>
              </p:cNvPr>
              <p:cNvSpPr/>
              <p:nvPr/>
            </p:nvSpPr>
            <p:spPr bwMode="auto">
              <a:xfrm>
                <a:off x="4450659" y="3876672"/>
                <a:ext cx="45719" cy="167350"/>
              </a:xfrm>
              <a:prstGeom prst="rect">
                <a:avLst/>
              </a:prstGeom>
              <a:solidFill>
                <a:schemeClr val="bg1"/>
              </a:solid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133" b="0" i="0" u="none" strike="noStrike" kern="1200" cap="none" spc="0" normalizeH="0" baseline="0" noProof="0" dirty="0">
                  <a:ln>
                    <a:noFill/>
                  </a:ln>
                  <a:solidFill>
                    <a:srgbClr val="000000"/>
                  </a:solidFill>
                  <a:effectLst/>
                  <a:uLnTx/>
                  <a:uFillTx/>
                  <a:latin typeface="Arial"/>
                  <a:ea typeface="Verdana" pitchFamily="34" charset="0"/>
                  <a:cs typeface="Verdana" pitchFamily="34" charset="0"/>
                </a:endParaRPr>
              </a:p>
            </p:txBody>
          </p:sp>
          <p:cxnSp>
            <p:nvCxnSpPr>
              <p:cNvPr id="90" name="Straight Connector 89">
                <a:extLst>
                  <a:ext uri="{FF2B5EF4-FFF2-40B4-BE49-F238E27FC236}">
                    <a16:creationId xmlns:a16="http://schemas.microsoft.com/office/drawing/2014/main" id="{EC6895D8-9BA8-A0F5-8AF0-0830DF577202}"/>
                  </a:ext>
                </a:extLst>
              </p:cNvPr>
              <p:cNvCxnSpPr/>
              <p:nvPr/>
            </p:nvCxnSpPr>
            <p:spPr>
              <a:xfrm flipV="1">
                <a:off x="4450659" y="3876672"/>
                <a:ext cx="1" cy="151676"/>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4D5EE9F-359A-73AF-EBB7-CEA84CAD2A57}"/>
                  </a:ext>
                </a:extLst>
              </p:cNvPr>
              <p:cNvCxnSpPr/>
              <p:nvPr/>
            </p:nvCxnSpPr>
            <p:spPr>
              <a:xfrm flipV="1">
                <a:off x="4488930" y="3860999"/>
                <a:ext cx="1" cy="183023"/>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88" name="TextBox 87">
              <a:extLst>
                <a:ext uri="{FF2B5EF4-FFF2-40B4-BE49-F238E27FC236}">
                  <a16:creationId xmlns:a16="http://schemas.microsoft.com/office/drawing/2014/main" id="{FA0F9D1B-9687-5361-7AB9-9E349E83A278}"/>
                </a:ext>
              </a:extLst>
            </p:cNvPr>
            <p:cNvSpPr txBox="1"/>
            <p:nvPr/>
          </p:nvSpPr>
          <p:spPr bwMode="auto">
            <a:xfrm>
              <a:off x="4393369" y="3965003"/>
              <a:ext cx="158697" cy="107674"/>
            </a:xfrm>
            <a:prstGeom prst="rect">
              <a:avLst/>
            </a:prstGeom>
            <a:noFill/>
            <a:ln w="9525">
              <a:noFill/>
              <a:miter lim="800000"/>
              <a:headEnd/>
              <a:tailEnd/>
            </a:ln>
            <a:effectLst/>
          </p:spPr>
          <p:txBody>
            <a:bodyPr wrap="none" lIns="0" tIns="0" rIns="0" bIns="0" rtlCol="0" anchor="ctr" anchorCtr="0">
              <a:spAutoFit/>
            </a:bodyPr>
            <a:lstStyle/>
            <a:p>
              <a:pPr marL="0" marR="0" lvl="0" indent="0" algn="l" defTabSz="1219170" rtl="0" eaLnBrk="0" fontAlgn="auto" latinLnBrk="0" hangingPunct="0">
                <a:lnSpc>
                  <a:spcPct val="100000"/>
                </a:lnSpc>
                <a:spcBef>
                  <a:spcPts val="0"/>
                </a:spcBef>
                <a:spcAft>
                  <a:spcPts val="400"/>
                </a:spcAft>
                <a:buClr>
                  <a:srgbClr val="E30034"/>
                </a:buClr>
                <a:buSzTx/>
                <a:buFontTx/>
                <a:buNone/>
                <a:tabLst/>
                <a:defRPr/>
              </a:pPr>
              <a:r>
                <a:rPr kumimoji="0" lang="en-US" sz="933" b="1" i="0" u="none" strike="noStrike" kern="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   +</a:t>
              </a:r>
            </a:p>
          </p:txBody>
        </p:sp>
      </p:grpSp>
      <p:cxnSp>
        <p:nvCxnSpPr>
          <p:cNvPr id="92" name="Straight Connector 91">
            <a:extLst>
              <a:ext uri="{FF2B5EF4-FFF2-40B4-BE49-F238E27FC236}">
                <a16:creationId xmlns:a16="http://schemas.microsoft.com/office/drawing/2014/main" id="{F34FC8FC-D001-8CD0-EF60-EBBA1A014BA7}"/>
              </a:ext>
            </a:extLst>
          </p:cNvPr>
          <p:cNvCxnSpPr>
            <a:cxnSpLocks/>
          </p:cNvCxnSpPr>
          <p:nvPr/>
        </p:nvCxnSpPr>
        <p:spPr>
          <a:xfrm flipV="1">
            <a:off x="11327419" y="4575173"/>
            <a:ext cx="0" cy="250232"/>
          </a:xfrm>
          <a:prstGeom prst="line">
            <a:avLst/>
          </a:prstGeom>
          <a:ln w="38100" cap="flat" cmpd="sng" algn="ctr">
            <a:solidFill>
              <a:schemeClr val="bg2"/>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FB3DEC5-BAAC-CE20-EF98-55E85D0DE2CB}"/>
              </a:ext>
            </a:extLst>
          </p:cNvPr>
          <p:cNvCxnSpPr>
            <a:cxnSpLocks/>
          </p:cNvCxnSpPr>
          <p:nvPr/>
        </p:nvCxnSpPr>
        <p:spPr>
          <a:xfrm flipH="1" flipV="1">
            <a:off x="8460937" y="4746422"/>
            <a:ext cx="1" cy="185233"/>
          </a:xfrm>
          <a:prstGeom prst="line">
            <a:avLst/>
          </a:prstGeom>
          <a:ln w="38100" cap="flat" cmpd="sng" algn="ctr">
            <a:solidFill>
              <a:schemeClr val="bg2"/>
            </a:solidFill>
            <a:prstDash val="sysDot"/>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F33492E6-3669-3EDB-A135-3E5BEAF30D3B}"/>
              </a:ext>
            </a:extLst>
          </p:cNvPr>
          <p:cNvCxnSpPr>
            <a:cxnSpLocks/>
          </p:cNvCxnSpPr>
          <p:nvPr/>
        </p:nvCxnSpPr>
        <p:spPr>
          <a:xfrm>
            <a:off x="4825164" y="2982686"/>
            <a:ext cx="1" cy="345974"/>
          </a:xfrm>
          <a:prstGeom prst="straightConnector1">
            <a:avLst/>
          </a:prstGeom>
          <a:ln w="28575">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A3E13DC4-B916-EB3C-4694-3DC1349AD1E4}"/>
              </a:ext>
            </a:extLst>
          </p:cNvPr>
          <p:cNvSpPr/>
          <p:nvPr/>
        </p:nvSpPr>
        <p:spPr bwMode="auto">
          <a:xfrm>
            <a:off x="11207808" y="5781744"/>
            <a:ext cx="190272" cy="478077"/>
          </a:xfrm>
          <a:prstGeom prst="rect">
            <a:avLst/>
          </a:prstGeom>
          <a:solidFill>
            <a:schemeClr val="bg1"/>
          </a:solidFill>
          <a:ln w="9525">
            <a:solidFill>
              <a:schemeClr val="tx1"/>
            </a:solidFill>
            <a:miter lim="800000"/>
            <a:headEnd/>
            <a:tailEnd/>
          </a:ln>
        </p:spPr>
        <p:txBody>
          <a:bodyPr vert="vert270" wrap="square" lIns="72000" tIns="72000" rIns="72000" bIns="72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de-DE" sz="900" b="0" i="0" u="none" strike="noStrike" kern="1200" cap="none" spc="0" normalizeH="0" baseline="0" noProof="0" dirty="0">
                <a:ln>
                  <a:noFill/>
                </a:ln>
                <a:solidFill>
                  <a:srgbClr val="1D1D1D"/>
                </a:solidFill>
                <a:effectLst/>
                <a:uLnTx/>
                <a:uFillTx/>
                <a:latin typeface="Arial"/>
                <a:ea typeface="Arial Unicode MS"/>
                <a:cs typeface="Arial"/>
              </a:rPr>
              <a:t>Shunt</a:t>
            </a:r>
            <a:endParaRPr kumimoji="0" lang="de-DE" sz="8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96" name="Rounded Rectangle 409">
            <a:extLst>
              <a:ext uri="{FF2B5EF4-FFF2-40B4-BE49-F238E27FC236}">
                <a16:creationId xmlns:a16="http://schemas.microsoft.com/office/drawing/2014/main" id="{42BDE948-701C-8ECF-715C-D44A11F6FE5F}"/>
              </a:ext>
            </a:extLst>
          </p:cNvPr>
          <p:cNvSpPr/>
          <p:nvPr/>
        </p:nvSpPr>
        <p:spPr bwMode="auto">
          <a:xfrm>
            <a:off x="10772920" y="6460693"/>
            <a:ext cx="368158" cy="322184"/>
          </a:xfrm>
          <a:prstGeom prst="roundRect">
            <a:avLst/>
          </a:prstGeom>
          <a:noFill/>
          <a:ln w="9525">
            <a:noFill/>
            <a:miter lim="800000"/>
            <a:headEnd/>
            <a:tailEnd/>
          </a:ln>
        </p:spPr>
        <p:txBody>
          <a:bodyPr wrap="square" lIns="36000" tIns="36000" rIns="36000" bIns="36000" rtlCol="0" anchor="ct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rPr>
              <a:t>HV-</a:t>
            </a:r>
            <a:endParaRPr kumimoji="0" lang="en-US" sz="800" b="1" i="0" u="none" strike="noStrike" kern="1200" cap="none" spc="0" normalizeH="0" baseline="0" noProof="0" dirty="0">
              <a:ln>
                <a:noFill/>
              </a:ln>
              <a:solidFill>
                <a:srgbClr val="1D1D1D"/>
              </a:solidFill>
              <a:effectLst/>
              <a:uLnTx/>
              <a:uFillTx/>
              <a:latin typeface="Arial" panose="020B0604020202020204" pitchFamily="34" charset="0"/>
              <a:ea typeface="Verdana" pitchFamily="34" charset="0"/>
              <a:cs typeface="Arial" panose="020B0604020202020204" pitchFamily="34" charset="0"/>
            </a:endParaRPr>
          </a:p>
        </p:txBody>
      </p:sp>
      <p:sp>
        <p:nvSpPr>
          <p:cNvPr id="97" name="Rectangle 96">
            <a:extLst>
              <a:ext uri="{FF2B5EF4-FFF2-40B4-BE49-F238E27FC236}">
                <a16:creationId xmlns:a16="http://schemas.microsoft.com/office/drawing/2014/main" id="{3A0BA910-25BF-436A-0C78-00E1B7145F78}"/>
              </a:ext>
            </a:extLst>
          </p:cNvPr>
          <p:cNvSpPr/>
          <p:nvPr/>
        </p:nvSpPr>
        <p:spPr bwMode="auto">
          <a:xfrm>
            <a:off x="5650138" y="2337781"/>
            <a:ext cx="914913" cy="330159"/>
          </a:xfrm>
          <a:prstGeom prst="rect">
            <a:avLst/>
          </a:prstGeom>
          <a:no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D1D1D"/>
                </a:solidFill>
                <a:effectLst/>
                <a:uLnTx/>
                <a:uFillTx/>
                <a:latin typeface="Arial" charset="0"/>
                <a:ea typeface="Verdana" pitchFamily="34" charset="0"/>
                <a:cs typeface="Arial"/>
              </a:rPr>
              <a:t>UART/SPI</a:t>
            </a:r>
            <a:endParaRPr kumimoji="0" lang="en-US" sz="700" b="0" i="0" u="none" strike="noStrike" kern="1200" cap="none" spc="0" normalizeH="0" baseline="0" noProof="0" dirty="0">
              <a:ln>
                <a:noFill/>
              </a:ln>
              <a:solidFill>
                <a:srgbClr val="1D1D1D"/>
              </a:solidFill>
              <a:effectLst/>
              <a:uLnTx/>
              <a:uFillTx/>
              <a:latin typeface="Arial" charset="0"/>
              <a:ea typeface="Verdana" pitchFamily="34" charset="0"/>
              <a:cs typeface="Arial"/>
            </a:endParaRPr>
          </a:p>
        </p:txBody>
      </p:sp>
      <p:cxnSp>
        <p:nvCxnSpPr>
          <p:cNvPr id="98" name="Straight Arrow Connector 97">
            <a:extLst>
              <a:ext uri="{FF2B5EF4-FFF2-40B4-BE49-F238E27FC236}">
                <a16:creationId xmlns:a16="http://schemas.microsoft.com/office/drawing/2014/main" id="{565A3067-126D-300B-AC8C-5D85F1CC0018}"/>
              </a:ext>
            </a:extLst>
          </p:cNvPr>
          <p:cNvCxnSpPr>
            <a:cxnSpLocks/>
            <a:endCxn id="101" idx="3"/>
          </p:cNvCxnSpPr>
          <p:nvPr/>
        </p:nvCxnSpPr>
        <p:spPr>
          <a:xfrm>
            <a:off x="2717252" y="3623747"/>
            <a:ext cx="1192999" cy="0"/>
          </a:xfrm>
          <a:prstGeom prst="straightConnector1">
            <a:avLst/>
          </a:prstGeom>
          <a:ln w="28575">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885D20A6-FEDE-BC21-23A3-9F1ED176F9F7}"/>
              </a:ext>
            </a:extLst>
          </p:cNvPr>
          <p:cNvSpPr/>
          <p:nvPr/>
        </p:nvSpPr>
        <p:spPr bwMode="auto">
          <a:xfrm>
            <a:off x="4132032" y="3020288"/>
            <a:ext cx="914913" cy="330159"/>
          </a:xfrm>
          <a:prstGeom prst="rect">
            <a:avLst/>
          </a:prstGeom>
          <a:no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D1D1D"/>
                </a:solidFill>
                <a:effectLst/>
                <a:uLnTx/>
                <a:uFillTx/>
                <a:latin typeface="Arial" charset="0"/>
                <a:ea typeface="Verdana" pitchFamily="34" charset="0"/>
                <a:cs typeface="Arial"/>
              </a:rPr>
              <a:t>CAN</a:t>
            </a:r>
            <a:endParaRPr kumimoji="0" lang="en-US" sz="700" b="0" i="0" u="none" strike="noStrike" kern="1200" cap="none" spc="0" normalizeH="0" baseline="0" noProof="0" dirty="0">
              <a:ln>
                <a:noFill/>
              </a:ln>
              <a:solidFill>
                <a:srgbClr val="1D1D1D"/>
              </a:solidFill>
              <a:effectLst/>
              <a:uLnTx/>
              <a:uFillTx/>
              <a:latin typeface="Arial" charset="0"/>
              <a:ea typeface="Verdana" pitchFamily="34" charset="0"/>
              <a:cs typeface="Arial"/>
            </a:endParaRPr>
          </a:p>
        </p:txBody>
      </p:sp>
      <p:cxnSp>
        <p:nvCxnSpPr>
          <p:cNvPr id="100" name="Straight Arrow Connector 99">
            <a:extLst>
              <a:ext uri="{FF2B5EF4-FFF2-40B4-BE49-F238E27FC236}">
                <a16:creationId xmlns:a16="http://schemas.microsoft.com/office/drawing/2014/main" id="{421910C0-7722-177A-DAF9-4C865473FDDE}"/>
              </a:ext>
            </a:extLst>
          </p:cNvPr>
          <p:cNvCxnSpPr>
            <a:cxnSpLocks/>
            <a:endCxn id="143" idx="1"/>
          </p:cNvCxnSpPr>
          <p:nvPr/>
        </p:nvCxnSpPr>
        <p:spPr>
          <a:xfrm>
            <a:off x="5740444" y="2651811"/>
            <a:ext cx="743503" cy="0"/>
          </a:xfrm>
          <a:prstGeom prst="straightConnector1">
            <a:avLst/>
          </a:prstGeom>
          <a:ln w="95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Rectangle 12">
            <a:extLst>
              <a:ext uri="{FF2B5EF4-FFF2-40B4-BE49-F238E27FC236}">
                <a16:creationId xmlns:a16="http://schemas.microsoft.com/office/drawing/2014/main" id="{2C032D34-BE50-B781-AEB2-1C632050BFD1}"/>
              </a:ext>
            </a:extLst>
          </p:cNvPr>
          <p:cNvSpPr>
            <a:spLocks noChangeArrowheads="1"/>
          </p:cNvSpPr>
          <p:nvPr/>
        </p:nvSpPr>
        <p:spPr bwMode="auto">
          <a:xfrm flipH="1">
            <a:off x="3910251" y="3309683"/>
            <a:ext cx="1332245" cy="628127"/>
          </a:xfrm>
          <a:prstGeom prst="rect">
            <a:avLst/>
          </a:prstGeom>
          <a:solidFill>
            <a:srgbClr val="DCD5D7"/>
          </a:solidFill>
          <a:ln>
            <a:noFill/>
          </a:ln>
        </p:spPr>
        <p:txBody>
          <a:bodyPr anchor="ctr"/>
          <a:lstStyle>
            <a:lvl1pPr>
              <a:spcBef>
                <a:spcPts val="288"/>
              </a:spcBef>
              <a:buClr>
                <a:schemeClr val="bg2"/>
              </a:buClr>
              <a:buSzPct val="100000"/>
              <a:buFont typeface="Wingdings" panose="05000000000000000000" pitchFamily="2" charset="2"/>
              <a:defRPr sz="1400" b="1">
                <a:solidFill>
                  <a:srgbClr val="000000"/>
                </a:solidFill>
                <a:latin typeface="Arial" panose="020B0604020202020204" pitchFamily="34" charset="0"/>
              </a:defRPr>
            </a:lvl1pPr>
            <a:lvl2pPr marL="742950" indent="-285750">
              <a:spcBef>
                <a:spcPts val="288"/>
              </a:spcBef>
              <a:buClr>
                <a:schemeClr val="bg2"/>
              </a:buClr>
              <a:buSzPct val="100000"/>
              <a:buFont typeface="Wingdings" panose="05000000000000000000" pitchFamily="2" charset="2"/>
              <a:defRPr sz="1200">
                <a:solidFill>
                  <a:srgbClr val="000000"/>
                </a:solidFill>
                <a:latin typeface="Arial" panose="020B0604020202020204" pitchFamily="34" charset="0"/>
              </a:defRPr>
            </a:lvl2pPr>
            <a:lvl3pPr marL="1143000" indent="-228600">
              <a:spcBef>
                <a:spcPts val="288"/>
              </a:spcBef>
              <a:buClr>
                <a:schemeClr val="bg2"/>
              </a:buClr>
              <a:buSzPct val="125000"/>
              <a:defRPr sz="1000">
                <a:solidFill>
                  <a:schemeClr val="tx1"/>
                </a:solidFill>
                <a:latin typeface="Arial" panose="020B0604020202020204" pitchFamily="34" charset="0"/>
              </a:defRPr>
            </a:lvl3pPr>
            <a:lvl4pPr marL="1600200" indent="-228600">
              <a:spcBef>
                <a:spcPct val="20000"/>
              </a:spcBef>
              <a:buClr>
                <a:schemeClr val="bg2"/>
              </a:buClr>
              <a:buSzPct val="100000"/>
              <a:buFont typeface="Arial" panose="020B0604020202020204" pitchFamily="34" charset="0"/>
              <a:defRPr sz="1600">
                <a:solidFill>
                  <a:schemeClr val="tx1"/>
                </a:solidFill>
                <a:latin typeface="Arial" panose="020B0604020202020204" pitchFamily="34" charset="0"/>
              </a:defRPr>
            </a:lvl4pPr>
            <a:lvl5pPr marL="2057400" indent="-228600">
              <a:lnSpc>
                <a:spcPct val="95000"/>
              </a:lnSpc>
              <a:spcBef>
                <a:spcPct val="25000"/>
              </a:spcBef>
              <a:buClr>
                <a:schemeClr val="bg2"/>
              </a:buClr>
              <a:buSzPct val="100000"/>
              <a:defRPr sz="1600">
                <a:solidFill>
                  <a:schemeClr val="tx2"/>
                </a:solidFill>
                <a:latin typeface="Arial" panose="020B0604020202020204" pitchFamily="34" charset="0"/>
              </a:defRPr>
            </a:lvl5pPr>
            <a:lvl6pPr marL="25146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6pPr>
            <a:lvl7pPr marL="29718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7pPr>
            <a:lvl8pPr marL="34290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8pPr>
            <a:lvl9pPr marL="38862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9pPr>
          </a:lstStyle>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endParaRPr kumimoji="0" lang="en-US" altLang="ja-JP" sz="1244"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a:endParaRPr>
          </a:p>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r>
              <a:rPr kumimoji="0" lang="en-US" altLang="ja-JP" sz="1244"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a:rPr>
              <a:t>CAN Transceiver</a:t>
            </a:r>
          </a:p>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endParaRPr kumimoji="0" lang="en-US" altLang="ja-JP" sz="1244" b="1" i="0" u="none" strike="noStrike" kern="0" cap="none" spc="0" normalizeH="0" baseline="0" noProof="0" dirty="0">
              <a:ln>
                <a:noFill/>
              </a:ln>
              <a:solidFill>
                <a:sysClr val="windowText" lastClr="000000"/>
              </a:solidFill>
              <a:effectLst/>
              <a:uLnTx/>
              <a:uFillTx/>
              <a:latin typeface="Arial" panose="020B0604020202020204" pitchFamily="34" charset="0"/>
              <a:ea typeface="Arial Unicode MS" panose="020B0604020202020204" pitchFamily="34" charset="-128"/>
              <a:cs typeface="Arial"/>
            </a:endParaRPr>
          </a:p>
        </p:txBody>
      </p:sp>
      <p:sp>
        <p:nvSpPr>
          <p:cNvPr id="102" name="Rectangle 12">
            <a:extLst>
              <a:ext uri="{FF2B5EF4-FFF2-40B4-BE49-F238E27FC236}">
                <a16:creationId xmlns:a16="http://schemas.microsoft.com/office/drawing/2014/main" id="{6DAB27D5-A02F-F025-0DA8-47CF1D1A7D18}"/>
              </a:ext>
            </a:extLst>
          </p:cNvPr>
          <p:cNvSpPr>
            <a:spLocks noChangeArrowheads="1"/>
          </p:cNvSpPr>
          <p:nvPr/>
        </p:nvSpPr>
        <p:spPr bwMode="auto">
          <a:xfrm flipH="1">
            <a:off x="4360902" y="1457084"/>
            <a:ext cx="1332245" cy="474263"/>
          </a:xfrm>
          <a:prstGeom prst="rect">
            <a:avLst/>
          </a:prstGeom>
          <a:solidFill>
            <a:srgbClr val="DCD5D7"/>
          </a:solidFill>
          <a:ln>
            <a:noFill/>
          </a:ln>
        </p:spPr>
        <p:txBody>
          <a:bodyPr anchor="ctr"/>
          <a:lstStyle>
            <a:lvl1pPr>
              <a:spcBef>
                <a:spcPts val="288"/>
              </a:spcBef>
              <a:buClr>
                <a:schemeClr val="bg2"/>
              </a:buClr>
              <a:buSzPct val="100000"/>
              <a:buFont typeface="Wingdings" panose="05000000000000000000" pitchFamily="2" charset="2"/>
              <a:defRPr sz="1400" b="1">
                <a:solidFill>
                  <a:srgbClr val="000000"/>
                </a:solidFill>
                <a:latin typeface="Arial" panose="020B0604020202020204" pitchFamily="34" charset="0"/>
              </a:defRPr>
            </a:lvl1pPr>
            <a:lvl2pPr marL="742950" indent="-285750">
              <a:spcBef>
                <a:spcPts val="288"/>
              </a:spcBef>
              <a:buClr>
                <a:schemeClr val="bg2"/>
              </a:buClr>
              <a:buSzPct val="100000"/>
              <a:buFont typeface="Wingdings" panose="05000000000000000000" pitchFamily="2" charset="2"/>
              <a:defRPr sz="1200">
                <a:solidFill>
                  <a:srgbClr val="000000"/>
                </a:solidFill>
                <a:latin typeface="Arial" panose="020B0604020202020204" pitchFamily="34" charset="0"/>
              </a:defRPr>
            </a:lvl2pPr>
            <a:lvl3pPr marL="1143000" indent="-228600">
              <a:spcBef>
                <a:spcPts val="288"/>
              </a:spcBef>
              <a:buClr>
                <a:schemeClr val="bg2"/>
              </a:buClr>
              <a:buSzPct val="125000"/>
              <a:defRPr sz="1000">
                <a:solidFill>
                  <a:schemeClr val="tx1"/>
                </a:solidFill>
                <a:latin typeface="Arial" panose="020B0604020202020204" pitchFamily="34" charset="0"/>
              </a:defRPr>
            </a:lvl3pPr>
            <a:lvl4pPr marL="1600200" indent="-228600">
              <a:spcBef>
                <a:spcPct val="20000"/>
              </a:spcBef>
              <a:buClr>
                <a:schemeClr val="bg2"/>
              </a:buClr>
              <a:buSzPct val="100000"/>
              <a:buFont typeface="Arial" panose="020B0604020202020204" pitchFamily="34" charset="0"/>
              <a:defRPr sz="1600">
                <a:solidFill>
                  <a:schemeClr val="tx1"/>
                </a:solidFill>
                <a:latin typeface="Arial" panose="020B0604020202020204" pitchFamily="34" charset="0"/>
              </a:defRPr>
            </a:lvl4pPr>
            <a:lvl5pPr marL="2057400" indent="-228600">
              <a:lnSpc>
                <a:spcPct val="95000"/>
              </a:lnSpc>
              <a:spcBef>
                <a:spcPct val="25000"/>
              </a:spcBef>
              <a:buClr>
                <a:schemeClr val="bg2"/>
              </a:buClr>
              <a:buSzPct val="100000"/>
              <a:defRPr sz="1600">
                <a:solidFill>
                  <a:schemeClr val="tx2"/>
                </a:solidFill>
                <a:latin typeface="Arial" panose="020B0604020202020204" pitchFamily="34" charset="0"/>
              </a:defRPr>
            </a:lvl5pPr>
            <a:lvl6pPr marL="25146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6pPr>
            <a:lvl7pPr marL="29718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7pPr>
            <a:lvl8pPr marL="34290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8pPr>
            <a:lvl9pPr marL="38862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9pPr>
          </a:lstStyle>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r>
              <a:rPr kumimoji="0" lang="en-US" altLang="ja-JP" sz="1244"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a:rPr>
              <a:t>PMIC</a:t>
            </a:r>
          </a:p>
        </p:txBody>
      </p:sp>
      <p:cxnSp>
        <p:nvCxnSpPr>
          <p:cNvPr id="103" name="Straight Arrow Connector 102">
            <a:extLst>
              <a:ext uri="{FF2B5EF4-FFF2-40B4-BE49-F238E27FC236}">
                <a16:creationId xmlns:a16="http://schemas.microsoft.com/office/drawing/2014/main" id="{C34B7B0D-15DB-2F07-CC00-0F660E2479DF}"/>
              </a:ext>
            </a:extLst>
          </p:cNvPr>
          <p:cNvCxnSpPr>
            <a:cxnSpLocks/>
            <a:stCxn id="102" idx="2"/>
            <a:endCxn id="142" idx="0"/>
          </p:cNvCxnSpPr>
          <p:nvPr/>
        </p:nvCxnSpPr>
        <p:spPr>
          <a:xfrm flipH="1">
            <a:off x="5014992" y="1931347"/>
            <a:ext cx="12032" cy="331018"/>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C45F69A9-D432-0B6E-34BD-6C6A0268436C}"/>
              </a:ext>
            </a:extLst>
          </p:cNvPr>
          <p:cNvSpPr/>
          <p:nvPr/>
        </p:nvSpPr>
        <p:spPr>
          <a:xfrm>
            <a:off x="10257155" y="1454715"/>
            <a:ext cx="548548"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CMU1</a:t>
            </a:r>
          </a:p>
        </p:txBody>
      </p:sp>
      <p:sp>
        <p:nvSpPr>
          <p:cNvPr id="105" name="Rectangle 107">
            <a:extLst>
              <a:ext uri="{FF2B5EF4-FFF2-40B4-BE49-F238E27FC236}">
                <a16:creationId xmlns:a16="http://schemas.microsoft.com/office/drawing/2014/main" id="{A2D38655-51F7-A17F-D51A-C082F5FAC18C}"/>
              </a:ext>
            </a:extLst>
          </p:cNvPr>
          <p:cNvSpPr>
            <a:spLocks noChangeArrowheads="1"/>
          </p:cNvSpPr>
          <p:nvPr/>
        </p:nvSpPr>
        <p:spPr bwMode="auto">
          <a:xfrm>
            <a:off x="8830213" y="1801030"/>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2</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cxnSp>
        <p:nvCxnSpPr>
          <p:cNvPr id="106" name="Straight Connector 105">
            <a:extLst>
              <a:ext uri="{FF2B5EF4-FFF2-40B4-BE49-F238E27FC236}">
                <a16:creationId xmlns:a16="http://schemas.microsoft.com/office/drawing/2014/main" id="{38354EDD-1C50-34A1-790C-3A04B34EEB54}"/>
              </a:ext>
            </a:extLst>
          </p:cNvPr>
          <p:cNvCxnSpPr>
            <a:cxnSpLocks/>
          </p:cNvCxnSpPr>
          <p:nvPr/>
        </p:nvCxnSpPr>
        <p:spPr>
          <a:xfrm>
            <a:off x="10232212" y="1917790"/>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12815FD-C4D3-1655-7677-BB3D463395F0}"/>
              </a:ext>
            </a:extLst>
          </p:cNvPr>
          <p:cNvCxnSpPr>
            <a:cxnSpLocks/>
          </p:cNvCxnSpPr>
          <p:nvPr/>
        </p:nvCxnSpPr>
        <p:spPr>
          <a:xfrm>
            <a:off x="10232212" y="2097467"/>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591A358E-1C69-67E5-6B42-9B393CEDC3BB}"/>
              </a:ext>
            </a:extLst>
          </p:cNvPr>
          <p:cNvSpPr/>
          <p:nvPr/>
        </p:nvSpPr>
        <p:spPr>
          <a:xfrm>
            <a:off x="10257155" y="2079354"/>
            <a:ext cx="548548"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CMU2</a:t>
            </a:r>
          </a:p>
        </p:txBody>
      </p:sp>
      <p:sp>
        <p:nvSpPr>
          <p:cNvPr id="109" name="Rectangle: Rounded Corners 108">
            <a:extLst>
              <a:ext uri="{FF2B5EF4-FFF2-40B4-BE49-F238E27FC236}">
                <a16:creationId xmlns:a16="http://schemas.microsoft.com/office/drawing/2014/main" id="{1A7C1664-9BBA-6A6F-3264-0A2771480B44}"/>
              </a:ext>
            </a:extLst>
          </p:cNvPr>
          <p:cNvSpPr/>
          <p:nvPr/>
        </p:nvSpPr>
        <p:spPr bwMode="auto">
          <a:xfrm>
            <a:off x="7981984" y="2350208"/>
            <a:ext cx="2798934" cy="521542"/>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10" name="Rectangle 107">
            <a:extLst>
              <a:ext uri="{FF2B5EF4-FFF2-40B4-BE49-F238E27FC236}">
                <a16:creationId xmlns:a16="http://schemas.microsoft.com/office/drawing/2014/main" id="{1124BDC6-10A2-C2DB-5DCE-8609CFDB1A50}"/>
              </a:ext>
            </a:extLst>
          </p:cNvPr>
          <p:cNvSpPr>
            <a:spLocks noChangeArrowheads="1"/>
          </p:cNvSpPr>
          <p:nvPr/>
        </p:nvSpPr>
        <p:spPr bwMode="auto">
          <a:xfrm>
            <a:off x="8830213" y="2424221"/>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3</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cxnSp>
        <p:nvCxnSpPr>
          <p:cNvPr id="111" name="Straight Connector 110">
            <a:extLst>
              <a:ext uri="{FF2B5EF4-FFF2-40B4-BE49-F238E27FC236}">
                <a16:creationId xmlns:a16="http://schemas.microsoft.com/office/drawing/2014/main" id="{01F7A05C-D4E9-3C53-E9B0-F7E8AC072A65}"/>
              </a:ext>
            </a:extLst>
          </p:cNvPr>
          <p:cNvCxnSpPr>
            <a:cxnSpLocks/>
          </p:cNvCxnSpPr>
          <p:nvPr/>
        </p:nvCxnSpPr>
        <p:spPr>
          <a:xfrm>
            <a:off x="10232212" y="2512406"/>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29E22F7-3A38-3F2B-3950-676C5F9A9FF0}"/>
              </a:ext>
            </a:extLst>
          </p:cNvPr>
          <p:cNvCxnSpPr>
            <a:cxnSpLocks/>
          </p:cNvCxnSpPr>
          <p:nvPr/>
        </p:nvCxnSpPr>
        <p:spPr>
          <a:xfrm>
            <a:off x="10232212" y="2692083"/>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D77AC026-77F4-ADA6-97B3-6E9850828C50}"/>
              </a:ext>
            </a:extLst>
          </p:cNvPr>
          <p:cNvSpPr/>
          <p:nvPr/>
        </p:nvSpPr>
        <p:spPr>
          <a:xfrm>
            <a:off x="10257155" y="2671014"/>
            <a:ext cx="548548"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CMU3</a:t>
            </a:r>
          </a:p>
        </p:txBody>
      </p:sp>
      <p:sp>
        <p:nvSpPr>
          <p:cNvPr id="114" name="Rectangle: Rounded Corners 113">
            <a:extLst>
              <a:ext uri="{FF2B5EF4-FFF2-40B4-BE49-F238E27FC236}">
                <a16:creationId xmlns:a16="http://schemas.microsoft.com/office/drawing/2014/main" id="{BCB7AF26-F621-2B33-901D-FF04EA357184}"/>
              </a:ext>
            </a:extLst>
          </p:cNvPr>
          <p:cNvSpPr/>
          <p:nvPr/>
        </p:nvSpPr>
        <p:spPr bwMode="auto">
          <a:xfrm>
            <a:off x="7990743" y="2945896"/>
            <a:ext cx="2779244" cy="553790"/>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15" name="Rectangle 107">
            <a:extLst>
              <a:ext uri="{FF2B5EF4-FFF2-40B4-BE49-F238E27FC236}">
                <a16:creationId xmlns:a16="http://schemas.microsoft.com/office/drawing/2014/main" id="{F02F4B1A-D52F-9A63-8348-C3A3F7338461}"/>
              </a:ext>
            </a:extLst>
          </p:cNvPr>
          <p:cNvSpPr>
            <a:spLocks noChangeArrowheads="1"/>
          </p:cNvSpPr>
          <p:nvPr/>
        </p:nvSpPr>
        <p:spPr bwMode="auto">
          <a:xfrm>
            <a:off x="8836672" y="3000827"/>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4</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cxnSp>
        <p:nvCxnSpPr>
          <p:cNvPr id="116" name="Straight Connector 115">
            <a:extLst>
              <a:ext uri="{FF2B5EF4-FFF2-40B4-BE49-F238E27FC236}">
                <a16:creationId xmlns:a16="http://schemas.microsoft.com/office/drawing/2014/main" id="{B080FA74-BD08-414A-85B3-296875FEB194}"/>
              </a:ext>
            </a:extLst>
          </p:cNvPr>
          <p:cNvCxnSpPr>
            <a:cxnSpLocks/>
          </p:cNvCxnSpPr>
          <p:nvPr/>
        </p:nvCxnSpPr>
        <p:spPr>
          <a:xfrm>
            <a:off x="10238671" y="3136637"/>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CEE986E-FFBB-067D-6F8C-BFC4380B42D2}"/>
              </a:ext>
            </a:extLst>
          </p:cNvPr>
          <p:cNvCxnSpPr>
            <a:cxnSpLocks/>
          </p:cNvCxnSpPr>
          <p:nvPr/>
        </p:nvCxnSpPr>
        <p:spPr>
          <a:xfrm>
            <a:off x="10238671" y="3316314"/>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D2104B86-B480-288D-5289-195147AB369E}"/>
              </a:ext>
            </a:extLst>
          </p:cNvPr>
          <p:cNvSpPr/>
          <p:nvPr/>
        </p:nvSpPr>
        <p:spPr>
          <a:xfrm>
            <a:off x="10257155" y="3270789"/>
            <a:ext cx="548548"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CMU4</a:t>
            </a:r>
          </a:p>
        </p:txBody>
      </p:sp>
      <p:sp>
        <p:nvSpPr>
          <p:cNvPr id="119" name="Rectangle 107">
            <a:extLst>
              <a:ext uri="{FF2B5EF4-FFF2-40B4-BE49-F238E27FC236}">
                <a16:creationId xmlns:a16="http://schemas.microsoft.com/office/drawing/2014/main" id="{6EEA6819-F5FD-2961-742E-097AE2412432}"/>
              </a:ext>
            </a:extLst>
          </p:cNvPr>
          <p:cNvSpPr>
            <a:spLocks noChangeArrowheads="1"/>
          </p:cNvSpPr>
          <p:nvPr/>
        </p:nvSpPr>
        <p:spPr bwMode="auto">
          <a:xfrm>
            <a:off x="8843454" y="3617104"/>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5</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cxnSp>
        <p:nvCxnSpPr>
          <p:cNvPr id="120" name="Straight Connector 119">
            <a:extLst>
              <a:ext uri="{FF2B5EF4-FFF2-40B4-BE49-F238E27FC236}">
                <a16:creationId xmlns:a16="http://schemas.microsoft.com/office/drawing/2014/main" id="{81C3F391-6FE5-663C-338A-CB1AE7A20810}"/>
              </a:ext>
            </a:extLst>
          </p:cNvPr>
          <p:cNvCxnSpPr>
            <a:cxnSpLocks/>
          </p:cNvCxnSpPr>
          <p:nvPr/>
        </p:nvCxnSpPr>
        <p:spPr>
          <a:xfrm>
            <a:off x="10245453" y="3733864"/>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E8CFAC2-4C36-7C56-9E4F-9F12BBFBDC55}"/>
              </a:ext>
            </a:extLst>
          </p:cNvPr>
          <p:cNvCxnSpPr>
            <a:cxnSpLocks/>
          </p:cNvCxnSpPr>
          <p:nvPr/>
        </p:nvCxnSpPr>
        <p:spPr>
          <a:xfrm>
            <a:off x="10245453" y="3913541"/>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3B88CD0B-9131-B263-A6BF-F8AECF71DD04}"/>
              </a:ext>
            </a:extLst>
          </p:cNvPr>
          <p:cNvSpPr/>
          <p:nvPr/>
        </p:nvSpPr>
        <p:spPr>
          <a:xfrm>
            <a:off x="10257155" y="3895428"/>
            <a:ext cx="548548"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CMU5</a:t>
            </a:r>
          </a:p>
        </p:txBody>
      </p:sp>
      <p:sp>
        <p:nvSpPr>
          <p:cNvPr id="123" name="Rectangle 107">
            <a:extLst>
              <a:ext uri="{FF2B5EF4-FFF2-40B4-BE49-F238E27FC236}">
                <a16:creationId xmlns:a16="http://schemas.microsoft.com/office/drawing/2014/main" id="{E001A749-4FAE-2F39-0ADC-ADFF15A58296}"/>
              </a:ext>
            </a:extLst>
          </p:cNvPr>
          <p:cNvSpPr>
            <a:spLocks noChangeArrowheads="1"/>
          </p:cNvSpPr>
          <p:nvPr/>
        </p:nvSpPr>
        <p:spPr bwMode="auto">
          <a:xfrm>
            <a:off x="8843454" y="4240295"/>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6</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cxnSp>
        <p:nvCxnSpPr>
          <p:cNvPr id="124" name="Straight Connector 123">
            <a:extLst>
              <a:ext uri="{FF2B5EF4-FFF2-40B4-BE49-F238E27FC236}">
                <a16:creationId xmlns:a16="http://schemas.microsoft.com/office/drawing/2014/main" id="{14600002-78EB-8CF7-B6B2-87956052EE7F}"/>
              </a:ext>
            </a:extLst>
          </p:cNvPr>
          <p:cNvCxnSpPr>
            <a:cxnSpLocks/>
          </p:cNvCxnSpPr>
          <p:nvPr/>
        </p:nvCxnSpPr>
        <p:spPr>
          <a:xfrm>
            <a:off x="10245453" y="4328480"/>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466757B7-1207-144F-2E31-CE3A48A507BB}"/>
              </a:ext>
            </a:extLst>
          </p:cNvPr>
          <p:cNvCxnSpPr>
            <a:cxnSpLocks/>
          </p:cNvCxnSpPr>
          <p:nvPr/>
        </p:nvCxnSpPr>
        <p:spPr>
          <a:xfrm>
            <a:off x="10245453" y="4508157"/>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A5ADEEE4-DC53-7B69-E107-9AA52FCD332E}"/>
              </a:ext>
            </a:extLst>
          </p:cNvPr>
          <p:cNvSpPr/>
          <p:nvPr/>
        </p:nvSpPr>
        <p:spPr>
          <a:xfrm>
            <a:off x="10257155" y="4487088"/>
            <a:ext cx="548548"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CMU6</a:t>
            </a:r>
          </a:p>
        </p:txBody>
      </p:sp>
      <p:sp>
        <p:nvSpPr>
          <p:cNvPr id="127" name="Rectangle 107">
            <a:extLst>
              <a:ext uri="{FF2B5EF4-FFF2-40B4-BE49-F238E27FC236}">
                <a16:creationId xmlns:a16="http://schemas.microsoft.com/office/drawing/2014/main" id="{C074F145-A036-51D7-2907-6B9EDED240BB}"/>
              </a:ext>
            </a:extLst>
          </p:cNvPr>
          <p:cNvSpPr>
            <a:spLocks noChangeArrowheads="1"/>
          </p:cNvSpPr>
          <p:nvPr/>
        </p:nvSpPr>
        <p:spPr bwMode="auto">
          <a:xfrm>
            <a:off x="8850525" y="5042540"/>
            <a:ext cx="1401999" cy="429729"/>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AFE n</a:t>
            </a:r>
          </a:p>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100" b="0"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(TLE901x)</a:t>
            </a:r>
          </a:p>
        </p:txBody>
      </p:sp>
      <p:sp>
        <p:nvSpPr>
          <p:cNvPr id="128" name="Rectangle 127">
            <a:extLst>
              <a:ext uri="{FF2B5EF4-FFF2-40B4-BE49-F238E27FC236}">
                <a16:creationId xmlns:a16="http://schemas.microsoft.com/office/drawing/2014/main" id="{EB6CC638-1438-D6CD-B52F-5E5DE7563A31}"/>
              </a:ext>
            </a:extLst>
          </p:cNvPr>
          <p:cNvSpPr/>
          <p:nvPr/>
        </p:nvSpPr>
        <p:spPr>
          <a:xfrm>
            <a:off x="10235515" y="5289333"/>
            <a:ext cx="591829" cy="246221"/>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000" b="1" i="0" u="none" strike="noStrike" kern="0" cap="none" spc="0" normalizeH="0" baseline="0" noProof="0" dirty="0">
                <a:ln>
                  <a:noFill/>
                </a:ln>
                <a:solidFill>
                  <a:srgbClr val="1D1D1D"/>
                </a:solidFill>
                <a:effectLst/>
                <a:uLnTx/>
                <a:uFillTx/>
                <a:latin typeface="Arial" charset="0"/>
                <a:ea typeface="Arial Unicode MS"/>
                <a:cs typeface="Arial"/>
              </a:rPr>
              <a:t>CMU n</a:t>
            </a:r>
          </a:p>
        </p:txBody>
      </p:sp>
      <p:cxnSp>
        <p:nvCxnSpPr>
          <p:cNvPr id="129" name="Straight Connector 128">
            <a:extLst>
              <a:ext uri="{FF2B5EF4-FFF2-40B4-BE49-F238E27FC236}">
                <a16:creationId xmlns:a16="http://schemas.microsoft.com/office/drawing/2014/main" id="{EF5FFE62-8F7B-53D6-72F6-CD2524DE507B}"/>
              </a:ext>
            </a:extLst>
          </p:cNvPr>
          <p:cNvCxnSpPr>
            <a:cxnSpLocks/>
          </p:cNvCxnSpPr>
          <p:nvPr/>
        </p:nvCxnSpPr>
        <p:spPr>
          <a:xfrm>
            <a:off x="10238829" y="5136288"/>
            <a:ext cx="856104"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A15235E-D6BC-A7AC-BAA3-0F874040DDCD}"/>
              </a:ext>
            </a:extLst>
          </p:cNvPr>
          <p:cNvCxnSpPr>
            <a:cxnSpLocks/>
          </p:cNvCxnSpPr>
          <p:nvPr/>
        </p:nvCxnSpPr>
        <p:spPr>
          <a:xfrm>
            <a:off x="10238829" y="5315965"/>
            <a:ext cx="85767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sp>
        <p:nvSpPr>
          <p:cNvPr id="131" name="Rectangle: Rounded Corners 130">
            <a:extLst>
              <a:ext uri="{FF2B5EF4-FFF2-40B4-BE49-F238E27FC236}">
                <a16:creationId xmlns:a16="http://schemas.microsoft.com/office/drawing/2014/main" id="{B62EFF97-1261-A076-2804-B54B55BA6ED1}"/>
              </a:ext>
            </a:extLst>
          </p:cNvPr>
          <p:cNvSpPr/>
          <p:nvPr/>
        </p:nvSpPr>
        <p:spPr bwMode="auto">
          <a:xfrm>
            <a:off x="5949367" y="5594462"/>
            <a:ext cx="4851863" cy="815123"/>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700" b="0" i="0" u="none" strike="noStrike" kern="1200" cap="none" spc="0" normalizeH="0" baseline="0" noProof="0" dirty="0">
              <a:ln>
                <a:noFill/>
              </a:ln>
              <a:solidFill>
                <a:srgbClr val="1D1D1D"/>
              </a:solidFill>
              <a:effectLst/>
              <a:uLnTx/>
              <a:uFillTx/>
              <a:latin typeface="Arial"/>
              <a:ea typeface="Arial Unicode MS"/>
              <a:cs typeface="Arial"/>
            </a:endParaRPr>
          </a:p>
        </p:txBody>
      </p:sp>
      <p:sp>
        <p:nvSpPr>
          <p:cNvPr id="132" name="Rectangle 12">
            <a:extLst>
              <a:ext uri="{FF2B5EF4-FFF2-40B4-BE49-F238E27FC236}">
                <a16:creationId xmlns:a16="http://schemas.microsoft.com/office/drawing/2014/main" id="{4E3A4323-2CDC-99B5-D498-F374C5DE11C7}"/>
              </a:ext>
            </a:extLst>
          </p:cNvPr>
          <p:cNvSpPr>
            <a:spLocks noChangeArrowheads="1"/>
          </p:cNvSpPr>
          <p:nvPr/>
        </p:nvSpPr>
        <p:spPr bwMode="auto">
          <a:xfrm flipH="1">
            <a:off x="6565051" y="5771132"/>
            <a:ext cx="1490932" cy="433941"/>
          </a:xfrm>
          <a:prstGeom prst="rect">
            <a:avLst/>
          </a:prstGeom>
          <a:solidFill>
            <a:srgbClr val="DCD5D7"/>
          </a:solidFill>
          <a:ln>
            <a:noFill/>
          </a:ln>
        </p:spPr>
        <p:txBody>
          <a:bodyPr anchor="ctr"/>
          <a:lstStyle>
            <a:lvl1pPr>
              <a:spcBef>
                <a:spcPts val="288"/>
              </a:spcBef>
              <a:buClr>
                <a:schemeClr val="bg2"/>
              </a:buClr>
              <a:buSzPct val="100000"/>
              <a:buFont typeface="Wingdings" panose="05000000000000000000" pitchFamily="2" charset="2"/>
              <a:defRPr sz="1400" b="1">
                <a:solidFill>
                  <a:srgbClr val="000000"/>
                </a:solidFill>
                <a:latin typeface="Arial" panose="020B0604020202020204" pitchFamily="34" charset="0"/>
              </a:defRPr>
            </a:lvl1pPr>
            <a:lvl2pPr marL="742950" indent="-285750">
              <a:spcBef>
                <a:spcPts val="288"/>
              </a:spcBef>
              <a:buClr>
                <a:schemeClr val="bg2"/>
              </a:buClr>
              <a:buSzPct val="100000"/>
              <a:buFont typeface="Wingdings" panose="05000000000000000000" pitchFamily="2" charset="2"/>
              <a:defRPr sz="1200">
                <a:solidFill>
                  <a:srgbClr val="000000"/>
                </a:solidFill>
                <a:latin typeface="Arial" panose="020B0604020202020204" pitchFamily="34" charset="0"/>
              </a:defRPr>
            </a:lvl2pPr>
            <a:lvl3pPr marL="1143000" indent="-228600">
              <a:spcBef>
                <a:spcPts val="288"/>
              </a:spcBef>
              <a:buClr>
                <a:schemeClr val="bg2"/>
              </a:buClr>
              <a:buSzPct val="125000"/>
              <a:defRPr sz="1000">
                <a:solidFill>
                  <a:schemeClr val="tx1"/>
                </a:solidFill>
                <a:latin typeface="Arial" panose="020B0604020202020204" pitchFamily="34" charset="0"/>
              </a:defRPr>
            </a:lvl3pPr>
            <a:lvl4pPr marL="1600200" indent="-228600">
              <a:spcBef>
                <a:spcPct val="20000"/>
              </a:spcBef>
              <a:buClr>
                <a:schemeClr val="bg2"/>
              </a:buClr>
              <a:buSzPct val="100000"/>
              <a:buFont typeface="Arial" panose="020B0604020202020204" pitchFamily="34" charset="0"/>
              <a:defRPr sz="1600">
                <a:solidFill>
                  <a:schemeClr val="tx1"/>
                </a:solidFill>
                <a:latin typeface="Arial" panose="020B0604020202020204" pitchFamily="34" charset="0"/>
              </a:defRPr>
            </a:lvl4pPr>
            <a:lvl5pPr marL="2057400" indent="-228600">
              <a:lnSpc>
                <a:spcPct val="95000"/>
              </a:lnSpc>
              <a:spcBef>
                <a:spcPct val="25000"/>
              </a:spcBef>
              <a:buClr>
                <a:schemeClr val="bg2"/>
              </a:buClr>
              <a:buSzPct val="100000"/>
              <a:defRPr sz="1600">
                <a:solidFill>
                  <a:schemeClr val="tx2"/>
                </a:solidFill>
                <a:latin typeface="Arial" panose="020B0604020202020204" pitchFamily="34" charset="0"/>
              </a:defRPr>
            </a:lvl5pPr>
            <a:lvl6pPr marL="25146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6pPr>
            <a:lvl7pPr marL="29718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7pPr>
            <a:lvl8pPr marL="34290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8pPr>
            <a:lvl9pPr marL="38862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9pPr>
          </a:lstStyle>
          <a:p>
            <a:pPr marL="0" marR="0" lvl="0" indent="0" algn="ctr" defTabSz="1218559" rtl="0" eaLnBrk="1" fontAlgn="base" latinLnBrk="0" hangingPunct="1">
              <a:lnSpc>
                <a:spcPct val="100000"/>
              </a:lnSpc>
              <a:spcBef>
                <a:spcPct val="0"/>
              </a:spcBef>
              <a:spcAft>
                <a:spcPct val="0"/>
              </a:spcAft>
              <a:buClr>
                <a:srgbClr val="4D4D4D"/>
              </a:buClr>
              <a:buSzTx/>
              <a:buFont typeface="Wingdings" panose="05000000000000000000" pitchFamily="2" charset="2"/>
              <a:buNone/>
              <a:tabLst/>
              <a:defRPr/>
            </a:pPr>
            <a:endParaRPr kumimoji="0" lang="en-US" altLang="ja-JP" sz="1200"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Unicode MS" panose="020B0604020202020204" pitchFamily="34" charset="-128"/>
            </a:endParaRPr>
          </a:p>
          <a:p>
            <a:pPr marL="0" marR="0" lvl="0" indent="0" algn="ctr" defTabSz="1218559" rtl="0" eaLnBrk="1" fontAlgn="base" latinLnBrk="0" hangingPunct="1">
              <a:lnSpc>
                <a:spcPct val="100000"/>
              </a:lnSpc>
              <a:spcBef>
                <a:spcPct val="0"/>
              </a:spcBef>
              <a:spcAft>
                <a:spcPct val="0"/>
              </a:spcAft>
              <a:buClr>
                <a:srgbClr val="4D4D4D"/>
              </a:buClr>
              <a:buSzTx/>
              <a:buFont typeface="Wingdings" panose="05000000000000000000" pitchFamily="2" charset="2"/>
              <a:buNone/>
              <a:tabLst/>
              <a:defRPr/>
            </a:pPr>
            <a:r>
              <a:rPr kumimoji="0" lang="en-US" altLang="ja-JP" sz="1200"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Unicode MS" panose="020B0604020202020204" pitchFamily="34" charset="-128"/>
              </a:rPr>
              <a:t> CAN</a:t>
            </a:r>
            <a:endParaRPr kumimoji="0" lang="en-US" altLang="ja-JP" sz="1200" b="0"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Unicode MS" panose="020B0604020202020204" pitchFamily="34" charset="-128"/>
            </a:endParaRPr>
          </a:p>
          <a:p>
            <a:pPr marL="0" marR="0" lvl="0" indent="0" algn="ctr" defTabSz="1218559" rtl="0" eaLnBrk="1" fontAlgn="base" latinLnBrk="0" hangingPunct="1">
              <a:lnSpc>
                <a:spcPct val="100000"/>
              </a:lnSpc>
              <a:spcBef>
                <a:spcPct val="0"/>
              </a:spcBef>
              <a:spcAft>
                <a:spcPct val="0"/>
              </a:spcAft>
              <a:buClr>
                <a:srgbClr val="4D4D4D"/>
              </a:buClr>
              <a:buSzTx/>
              <a:buFont typeface="Wingdings" panose="05000000000000000000" pitchFamily="2" charset="2"/>
              <a:buNone/>
              <a:tabLst/>
              <a:defRPr/>
            </a:pPr>
            <a:endParaRPr kumimoji="0" lang="en-US" altLang="ja-JP" sz="1200" b="1" i="0" u="none" strike="noStrike" kern="0" cap="none" spc="0" normalizeH="0" baseline="0" noProof="0" dirty="0">
              <a:ln>
                <a:noFill/>
              </a:ln>
              <a:solidFill>
                <a:sysClr val="windowText" lastClr="000000"/>
              </a:solidFill>
              <a:effectLst/>
              <a:uLnTx/>
              <a:uFillTx/>
              <a:latin typeface="Arial" panose="020B0604020202020204" pitchFamily="34" charset="0"/>
              <a:ea typeface="Arial Unicode MS" panose="020B0604020202020204" pitchFamily="34" charset="-128"/>
              <a:cs typeface="Arial Unicode MS" panose="020B0604020202020204" pitchFamily="34" charset="-128"/>
            </a:endParaRPr>
          </a:p>
        </p:txBody>
      </p:sp>
      <p:sp>
        <p:nvSpPr>
          <p:cNvPr id="133" name="Rectangle 132">
            <a:extLst>
              <a:ext uri="{FF2B5EF4-FFF2-40B4-BE49-F238E27FC236}">
                <a16:creationId xmlns:a16="http://schemas.microsoft.com/office/drawing/2014/main" id="{656A18C1-8403-57D0-8E8D-E09C363D61AE}"/>
              </a:ext>
            </a:extLst>
          </p:cNvPr>
          <p:cNvSpPr/>
          <p:nvPr/>
        </p:nvSpPr>
        <p:spPr bwMode="auto">
          <a:xfrm>
            <a:off x="8008134" y="5703451"/>
            <a:ext cx="914913" cy="330159"/>
          </a:xfrm>
          <a:prstGeom prst="rect">
            <a:avLst/>
          </a:prstGeom>
          <a:no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900" b="0" i="0" u="none" strike="noStrike" kern="1200" cap="none" spc="0" normalizeH="0" baseline="0" noProof="0" dirty="0">
              <a:ln>
                <a:noFill/>
              </a:ln>
              <a:solidFill>
                <a:srgbClr val="1D1D1D"/>
              </a:solidFill>
              <a:effectLst/>
              <a:uLnTx/>
              <a:uFillTx/>
              <a:latin typeface="Arial" charset="0"/>
              <a:ea typeface="Verdana" pitchFamily="34" charset="0"/>
              <a:cs typeface="Arial"/>
            </a:endParaRPr>
          </a:p>
        </p:txBody>
      </p:sp>
      <p:sp>
        <p:nvSpPr>
          <p:cNvPr id="134" name="Rectangle 133">
            <a:extLst>
              <a:ext uri="{FF2B5EF4-FFF2-40B4-BE49-F238E27FC236}">
                <a16:creationId xmlns:a16="http://schemas.microsoft.com/office/drawing/2014/main" id="{7441961A-447B-E41D-714E-3500C55E3476}"/>
              </a:ext>
            </a:extLst>
          </p:cNvPr>
          <p:cNvSpPr/>
          <p:nvPr/>
        </p:nvSpPr>
        <p:spPr>
          <a:xfrm>
            <a:off x="5946091" y="6176616"/>
            <a:ext cx="498855" cy="261610"/>
          </a:xfrm>
          <a:prstGeom prst="rect">
            <a:avLst/>
          </a:prstGeom>
        </p:spPr>
        <p:txBody>
          <a:bodyPr wrap="none">
            <a:sp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US" sz="1100" b="1" i="0" u="none" strike="noStrike" kern="0" cap="none" spc="0" normalizeH="0" baseline="0" noProof="0" dirty="0">
                <a:ln>
                  <a:noFill/>
                </a:ln>
                <a:solidFill>
                  <a:srgbClr val="1D1D1D"/>
                </a:solidFill>
                <a:effectLst/>
                <a:uLnTx/>
                <a:uFillTx/>
                <a:latin typeface="Arial" charset="0"/>
                <a:ea typeface="Arial Unicode MS"/>
                <a:cs typeface="Arial"/>
              </a:rPr>
              <a:t>PMU</a:t>
            </a:r>
          </a:p>
        </p:txBody>
      </p:sp>
      <p:sp>
        <p:nvSpPr>
          <p:cNvPr id="135" name="Rectangle 107">
            <a:extLst>
              <a:ext uri="{FF2B5EF4-FFF2-40B4-BE49-F238E27FC236}">
                <a16:creationId xmlns:a16="http://schemas.microsoft.com/office/drawing/2014/main" id="{EEA46AEF-18B6-51AC-BDCD-0592A66B4BD5}"/>
              </a:ext>
            </a:extLst>
          </p:cNvPr>
          <p:cNvSpPr>
            <a:spLocks noChangeArrowheads="1"/>
          </p:cNvSpPr>
          <p:nvPr/>
        </p:nvSpPr>
        <p:spPr bwMode="auto">
          <a:xfrm>
            <a:off x="8853095" y="5714532"/>
            <a:ext cx="1372493" cy="634805"/>
          </a:xfrm>
          <a:prstGeom prst="rect">
            <a:avLst/>
          </a:prstGeom>
          <a:solidFill>
            <a:srgbClr val="6CB4AD"/>
          </a:solidFill>
          <a:ln>
            <a:noFill/>
          </a:ln>
        </p:spPr>
        <p:txBody>
          <a:bodyPr lIns="0" rIns="0" anchor="ctr" anchorCtr="1"/>
          <a:lstStyle>
            <a:lvl1pPr>
              <a:defRPr kumimoji="1">
                <a:solidFill>
                  <a:schemeClr val="tx1"/>
                </a:solidFill>
                <a:latin typeface="Arial" charset="0"/>
                <a:ea typeface="ＭＳ Ｐゴシック" pitchFamily="50" charset="-128"/>
              </a:defRPr>
            </a:lvl1pPr>
            <a:lvl2pPr marL="742950" indent="-285750">
              <a:defRPr kumimoji="1">
                <a:solidFill>
                  <a:schemeClr val="tx1"/>
                </a:solidFill>
                <a:latin typeface="Arial" charset="0"/>
                <a:ea typeface="ＭＳ Ｐゴシック" pitchFamily="50" charset="-128"/>
              </a:defRPr>
            </a:lvl2pPr>
            <a:lvl3pPr marL="1143000" indent="-228600">
              <a:defRPr kumimoji="1">
                <a:solidFill>
                  <a:schemeClr val="tx1"/>
                </a:solidFill>
                <a:latin typeface="Arial" charset="0"/>
                <a:ea typeface="ＭＳ Ｐゴシック" pitchFamily="50" charset="-128"/>
              </a:defRPr>
            </a:lvl3pPr>
            <a:lvl4pPr marL="1600200" indent="-228600">
              <a:defRPr kumimoji="1">
                <a:solidFill>
                  <a:schemeClr val="tx1"/>
                </a:solidFill>
                <a:latin typeface="Arial" charset="0"/>
                <a:ea typeface="ＭＳ Ｐゴシック" pitchFamily="50" charset="-128"/>
              </a:defRPr>
            </a:lvl4pPr>
            <a:lvl5pPr marL="2057400" indent="-228600">
              <a:defRPr kumimoji="1">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charset="0"/>
                <a:ea typeface="ＭＳ Ｐゴシック" pitchFamily="50" charset="-128"/>
              </a:defRPr>
            </a:lvl9pPr>
          </a:lstStyle>
          <a:p>
            <a:pPr marL="0" marR="0" lvl="0" indent="0" algn="ctr" defTabSz="1218559" rtl="0" eaLnBrk="1" fontAlgn="base" latinLnBrk="0" hangingPunct="1">
              <a:lnSpc>
                <a:spcPct val="100000"/>
              </a:lnSpc>
              <a:spcBef>
                <a:spcPct val="0"/>
              </a:spcBef>
              <a:spcAft>
                <a:spcPct val="0"/>
              </a:spcAft>
              <a:buClrTx/>
              <a:buSzTx/>
              <a:buFontTx/>
              <a:buNone/>
              <a:tabLst/>
              <a:defRPr/>
            </a:pPr>
            <a:r>
              <a:rPr kumimoji="1" lang="en-US" altLang="zh-CN" sz="1200" b="1" i="0" u="none" strike="noStrike" kern="1200" cap="none" spc="0" normalizeH="0" baseline="0" noProof="0" dirty="0">
                <a:ln>
                  <a:noFill/>
                </a:ln>
                <a:solidFill>
                  <a:srgbClr val="1D1D1D"/>
                </a:solidFill>
                <a:effectLst/>
                <a:uLnTx/>
                <a:uFillTx/>
                <a:latin typeface="Arial" panose="020B0604020202020204" pitchFamily="34" charset="0"/>
                <a:ea typeface="SimSun" pitchFamily="2" charset="-122"/>
                <a:cs typeface="Arial" panose="020B0604020202020204" pitchFamily="34" charset="0"/>
              </a:rPr>
              <a:t>Pack Monitoring IC</a:t>
            </a:r>
          </a:p>
        </p:txBody>
      </p:sp>
      <p:cxnSp>
        <p:nvCxnSpPr>
          <p:cNvPr id="136" name="Straight Connector 135">
            <a:extLst>
              <a:ext uri="{FF2B5EF4-FFF2-40B4-BE49-F238E27FC236}">
                <a16:creationId xmlns:a16="http://schemas.microsoft.com/office/drawing/2014/main" id="{B5A4B5BC-86AC-8C72-F72C-4A79F11EA695}"/>
              </a:ext>
            </a:extLst>
          </p:cNvPr>
          <p:cNvCxnSpPr>
            <a:cxnSpLocks/>
          </p:cNvCxnSpPr>
          <p:nvPr/>
        </p:nvCxnSpPr>
        <p:spPr>
          <a:xfrm>
            <a:off x="10225430" y="5738536"/>
            <a:ext cx="1089115" cy="0"/>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9396440-284B-3B58-70F2-12EEFC766F7B}"/>
              </a:ext>
            </a:extLst>
          </p:cNvPr>
          <p:cNvCxnSpPr>
            <a:cxnSpLocks/>
          </p:cNvCxnSpPr>
          <p:nvPr/>
        </p:nvCxnSpPr>
        <p:spPr>
          <a:xfrm>
            <a:off x="10225430" y="6312379"/>
            <a:ext cx="1109257" cy="5"/>
          </a:xfrm>
          <a:prstGeom prst="line">
            <a:avLst/>
          </a:prstGeom>
          <a:ln w="9525">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138" name="Connector: Elbow 137">
            <a:extLst>
              <a:ext uri="{FF2B5EF4-FFF2-40B4-BE49-F238E27FC236}">
                <a16:creationId xmlns:a16="http://schemas.microsoft.com/office/drawing/2014/main" id="{8F5B4F1B-BD79-7FFC-BF97-46073CEA1F12}"/>
              </a:ext>
            </a:extLst>
          </p:cNvPr>
          <p:cNvCxnSpPr>
            <a:endCxn id="135" idx="1"/>
          </p:cNvCxnSpPr>
          <p:nvPr/>
        </p:nvCxnSpPr>
        <p:spPr>
          <a:xfrm flipV="1">
            <a:off x="8055983" y="6031935"/>
            <a:ext cx="797112" cy="1675"/>
          </a:xfrm>
          <a:prstGeom prst="bentConnector3">
            <a:avLst/>
          </a:prstGeom>
          <a:ln w="9525" cap="flat" cmpd="sng" algn="ctr">
            <a:solidFill>
              <a:schemeClr val="accent2"/>
            </a:solidFill>
            <a:prstDash val="solid"/>
            <a:rou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7803FC1B-339F-83AB-0A9F-B1A1A15AE978}"/>
              </a:ext>
            </a:extLst>
          </p:cNvPr>
          <p:cNvSpPr/>
          <p:nvPr/>
        </p:nvSpPr>
        <p:spPr bwMode="auto">
          <a:xfrm>
            <a:off x="2708522" y="3263751"/>
            <a:ext cx="540905" cy="273250"/>
          </a:xfrm>
          <a:prstGeom prst="rect">
            <a:avLst/>
          </a:prstGeom>
          <a:no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D1D1D"/>
                </a:solidFill>
                <a:effectLst/>
                <a:uLnTx/>
                <a:uFillTx/>
                <a:latin typeface="Arial" charset="0"/>
                <a:ea typeface="Verdana" pitchFamily="34" charset="0"/>
                <a:cs typeface="Arial"/>
              </a:rPr>
              <a:t>CAN</a:t>
            </a:r>
            <a:endParaRPr kumimoji="0" lang="en-US" sz="700" b="0" i="0" u="none" strike="noStrike" kern="1200" cap="none" spc="0" normalizeH="0" baseline="0" noProof="0" dirty="0">
              <a:ln>
                <a:noFill/>
              </a:ln>
              <a:solidFill>
                <a:srgbClr val="1D1D1D"/>
              </a:solidFill>
              <a:effectLst/>
              <a:uLnTx/>
              <a:uFillTx/>
              <a:latin typeface="Arial" charset="0"/>
              <a:ea typeface="Verdana" pitchFamily="34" charset="0"/>
              <a:cs typeface="Arial"/>
            </a:endParaRPr>
          </a:p>
        </p:txBody>
      </p:sp>
      <p:sp>
        <p:nvSpPr>
          <p:cNvPr id="140" name="Rectangle 139">
            <a:extLst>
              <a:ext uri="{FF2B5EF4-FFF2-40B4-BE49-F238E27FC236}">
                <a16:creationId xmlns:a16="http://schemas.microsoft.com/office/drawing/2014/main" id="{16F13A5D-4CDE-E544-99FC-AE380EDC548A}"/>
              </a:ext>
            </a:extLst>
          </p:cNvPr>
          <p:cNvSpPr/>
          <p:nvPr/>
        </p:nvSpPr>
        <p:spPr bwMode="auto">
          <a:xfrm>
            <a:off x="4356184" y="1909073"/>
            <a:ext cx="914913" cy="330159"/>
          </a:xfrm>
          <a:prstGeom prst="rect">
            <a:avLst/>
          </a:prstGeom>
          <a:noFill/>
          <a:ln w="9525">
            <a:noFill/>
            <a:miter lim="800000"/>
            <a:headEnd/>
            <a:tailEnd/>
          </a:ln>
        </p:spPr>
        <p:txBody>
          <a:bodyPr wrap="square" lIns="96000" tIns="96000" rIns="96000" bIns="9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D1D1D"/>
                </a:solidFill>
                <a:effectLst/>
                <a:uLnTx/>
                <a:uFillTx/>
                <a:latin typeface="Arial" charset="0"/>
                <a:ea typeface="Verdana" pitchFamily="34" charset="0"/>
                <a:cs typeface="Arial"/>
              </a:rPr>
              <a:t>5V</a:t>
            </a:r>
            <a:endParaRPr kumimoji="0" lang="en-US" sz="700" b="0" i="0" u="none" strike="noStrike" kern="1200" cap="none" spc="0" normalizeH="0" baseline="0" noProof="0" dirty="0">
              <a:ln>
                <a:noFill/>
              </a:ln>
              <a:solidFill>
                <a:srgbClr val="1D1D1D"/>
              </a:solidFill>
              <a:effectLst/>
              <a:uLnTx/>
              <a:uFillTx/>
              <a:latin typeface="Arial" charset="0"/>
              <a:ea typeface="Verdana" pitchFamily="34" charset="0"/>
              <a:cs typeface="Arial"/>
            </a:endParaRPr>
          </a:p>
        </p:txBody>
      </p:sp>
      <p:cxnSp>
        <p:nvCxnSpPr>
          <p:cNvPr id="141" name="Connector: Elbow 140">
            <a:extLst>
              <a:ext uri="{FF2B5EF4-FFF2-40B4-BE49-F238E27FC236}">
                <a16:creationId xmlns:a16="http://schemas.microsoft.com/office/drawing/2014/main" id="{04DDB2FF-64BB-2087-E241-7625D4D9AE81}"/>
              </a:ext>
            </a:extLst>
          </p:cNvPr>
          <p:cNvCxnSpPr>
            <a:cxnSpLocks/>
          </p:cNvCxnSpPr>
          <p:nvPr/>
        </p:nvCxnSpPr>
        <p:spPr>
          <a:xfrm>
            <a:off x="4975224" y="2877679"/>
            <a:ext cx="765220" cy="733857"/>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142" name="Rectangle 12">
            <a:extLst>
              <a:ext uri="{FF2B5EF4-FFF2-40B4-BE49-F238E27FC236}">
                <a16:creationId xmlns:a16="http://schemas.microsoft.com/office/drawing/2014/main" id="{B49FCEF1-25AB-F69F-28EA-B0E9BB20EC79}"/>
              </a:ext>
            </a:extLst>
          </p:cNvPr>
          <p:cNvSpPr>
            <a:spLocks noChangeArrowheads="1"/>
          </p:cNvSpPr>
          <p:nvPr/>
        </p:nvSpPr>
        <p:spPr bwMode="auto">
          <a:xfrm flipH="1">
            <a:off x="4273679" y="2262365"/>
            <a:ext cx="1482627" cy="783508"/>
          </a:xfrm>
          <a:prstGeom prst="rect">
            <a:avLst/>
          </a:prstGeom>
          <a:solidFill>
            <a:srgbClr val="FF9737"/>
          </a:solidFill>
          <a:ln>
            <a:noFill/>
          </a:ln>
        </p:spPr>
        <p:txBody>
          <a:bodyPr anchor="ctr"/>
          <a:lstStyle>
            <a:lvl1pPr>
              <a:spcBef>
                <a:spcPts val="288"/>
              </a:spcBef>
              <a:buClr>
                <a:schemeClr val="bg2"/>
              </a:buClr>
              <a:buSzPct val="100000"/>
              <a:buFont typeface="Wingdings" panose="05000000000000000000" pitchFamily="2" charset="2"/>
              <a:defRPr sz="1400" b="1">
                <a:solidFill>
                  <a:srgbClr val="000000"/>
                </a:solidFill>
                <a:latin typeface="Arial" panose="020B0604020202020204" pitchFamily="34" charset="0"/>
              </a:defRPr>
            </a:lvl1pPr>
            <a:lvl2pPr marL="742950" indent="-285750">
              <a:spcBef>
                <a:spcPts val="288"/>
              </a:spcBef>
              <a:buClr>
                <a:schemeClr val="bg2"/>
              </a:buClr>
              <a:buSzPct val="100000"/>
              <a:buFont typeface="Wingdings" panose="05000000000000000000" pitchFamily="2" charset="2"/>
              <a:defRPr sz="1200">
                <a:solidFill>
                  <a:srgbClr val="000000"/>
                </a:solidFill>
                <a:latin typeface="Arial" panose="020B0604020202020204" pitchFamily="34" charset="0"/>
              </a:defRPr>
            </a:lvl2pPr>
            <a:lvl3pPr marL="1143000" indent="-228600">
              <a:spcBef>
                <a:spcPts val="288"/>
              </a:spcBef>
              <a:buClr>
                <a:schemeClr val="bg2"/>
              </a:buClr>
              <a:buSzPct val="125000"/>
              <a:defRPr sz="1000">
                <a:solidFill>
                  <a:schemeClr val="tx1"/>
                </a:solidFill>
                <a:latin typeface="Arial" panose="020B0604020202020204" pitchFamily="34" charset="0"/>
              </a:defRPr>
            </a:lvl3pPr>
            <a:lvl4pPr marL="1600200" indent="-228600">
              <a:spcBef>
                <a:spcPct val="20000"/>
              </a:spcBef>
              <a:buClr>
                <a:schemeClr val="bg2"/>
              </a:buClr>
              <a:buSzPct val="100000"/>
              <a:buFont typeface="Arial" panose="020B0604020202020204" pitchFamily="34" charset="0"/>
              <a:defRPr sz="1600">
                <a:solidFill>
                  <a:schemeClr val="tx1"/>
                </a:solidFill>
                <a:latin typeface="Arial" panose="020B0604020202020204" pitchFamily="34" charset="0"/>
              </a:defRPr>
            </a:lvl4pPr>
            <a:lvl5pPr marL="2057400" indent="-228600">
              <a:lnSpc>
                <a:spcPct val="95000"/>
              </a:lnSpc>
              <a:spcBef>
                <a:spcPct val="25000"/>
              </a:spcBef>
              <a:buClr>
                <a:schemeClr val="bg2"/>
              </a:buClr>
              <a:buSzPct val="100000"/>
              <a:defRPr sz="1600">
                <a:solidFill>
                  <a:schemeClr val="tx2"/>
                </a:solidFill>
                <a:latin typeface="Arial" panose="020B0604020202020204" pitchFamily="34" charset="0"/>
              </a:defRPr>
            </a:lvl5pPr>
            <a:lvl6pPr marL="25146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6pPr>
            <a:lvl7pPr marL="29718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7pPr>
            <a:lvl8pPr marL="34290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8pPr>
            <a:lvl9pPr marL="38862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9pPr>
          </a:lstStyle>
          <a:p>
            <a:pPr marL="0" marR="0" lvl="0" indent="0" algn="ctr" defTabSz="1218559" rtl="0" eaLnBrk="1" fontAlgn="base" latinLnBrk="0" hangingPunct="1">
              <a:lnSpc>
                <a:spcPct val="100000"/>
              </a:lnSpc>
              <a:spcBef>
                <a:spcPct val="0"/>
              </a:spcBef>
              <a:spcAft>
                <a:spcPct val="0"/>
              </a:spcAft>
              <a:buClr>
                <a:srgbClr val="4D4D4D"/>
              </a:buClr>
              <a:buSzTx/>
              <a:buFont typeface="Wingdings" panose="05000000000000000000" pitchFamily="2" charset="2"/>
              <a:buNone/>
              <a:tabLst/>
              <a:defRPr/>
            </a:pPr>
            <a:r>
              <a:rPr kumimoji="0" lang="en-US" altLang="ja-JP" sz="1244" b="1" i="0" u="none" strike="noStrike" kern="0" cap="none" spc="0" normalizeH="0" baseline="0" noProof="0" dirty="0">
                <a:ln>
                  <a:noFill/>
                </a:ln>
                <a:solidFill>
                  <a:srgbClr val="FFFFFF"/>
                </a:solidFill>
                <a:effectLst/>
                <a:uLnTx/>
                <a:uFillTx/>
                <a:latin typeface="Arial" panose="020B0604020202020204" pitchFamily="34" charset="0"/>
                <a:ea typeface="Arial Unicode MS" panose="020B0604020202020204" pitchFamily="34" charset="-128"/>
                <a:cs typeface="Arial Unicode MS" panose="020B0604020202020204" pitchFamily="34" charset="-128"/>
              </a:rPr>
              <a:t>Microcontroller</a:t>
            </a:r>
          </a:p>
        </p:txBody>
      </p:sp>
      <p:sp>
        <p:nvSpPr>
          <p:cNvPr id="143" name="Rounded Rectangle 414">
            <a:extLst>
              <a:ext uri="{FF2B5EF4-FFF2-40B4-BE49-F238E27FC236}">
                <a16:creationId xmlns:a16="http://schemas.microsoft.com/office/drawing/2014/main" id="{5553276A-6732-39E2-94E6-1949FC24BF03}"/>
              </a:ext>
            </a:extLst>
          </p:cNvPr>
          <p:cNvSpPr/>
          <p:nvPr/>
        </p:nvSpPr>
        <p:spPr bwMode="auto">
          <a:xfrm>
            <a:off x="6483947" y="2507365"/>
            <a:ext cx="753407" cy="288892"/>
          </a:xfrm>
          <a:prstGeom prst="roundRect">
            <a:avLst/>
          </a:prstGeom>
          <a:solidFill>
            <a:srgbClr val="3B9B91"/>
          </a:solidFill>
          <a:ln w="9525">
            <a:solidFill>
              <a:schemeClr val="tx1"/>
            </a:solidFill>
            <a:miter lim="800000"/>
            <a:headEnd/>
            <a:tailEnd/>
          </a:ln>
        </p:spPr>
        <p:txBody>
          <a:bodyPr wrap="square" lIns="36000" tIns="36000" rIns="36000" bIns="36000"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srgbClr val="FFFFFF"/>
              </a:solidFill>
              <a:effectLst/>
              <a:uLnTx/>
              <a:uFillTx/>
              <a:latin typeface="Arial" panose="020B0604020202020204" pitchFamily="34" charset="0"/>
              <a:ea typeface="Verdana"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Arial" panose="020B0604020202020204" pitchFamily="34" charset="0"/>
                <a:ea typeface="Verdana" pitchFamily="34" charset="0"/>
                <a:cs typeface="Arial" panose="020B0604020202020204" pitchFamily="34" charset="0"/>
              </a:rPr>
              <a:t>Isolation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800" b="1" i="0" u="none" strike="noStrike" kern="1200" cap="none" spc="0" normalizeH="0" baseline="0" noProof="0" dirty="0" err="1">
                <a:ln>
                  <a:noFill/>
                </a:ln>
                <a:solidFill>
                  <a:srgbClr val="FFFFFF"/>
                </a:solidFill>
                <a:effectLst/>
                <a:uLnTx/>
                <a:uFillTx/>
                <a:latin typeface="Arial" panose="020B0604020202020204" pitchFamily="34" charset="0"/>
                <a:ea typeface="Verdana" pitchFamily="34" charset="0"/>
                <a:cs typeface="Arial" panose="020B0604020202020204" pitchFamily="34" charset="0"/>
              </a:rPr>
              <a:t>Transciever</a:t>
            </a:r>
            <a:endParaRPr kumimoji="0" lang="en-US" sz="800" b="1" i="0" u="none" strike="noStrike" kern="1200" cap="none" spc="0" normalizeH="0" baseline="0" noProof="0" dirty="0">
              <a:ln>
                <a:noFill/>
              </a:ln>
              <a:solidFill>
                <a:srgbClr val="FFFFFF"/>
              </a:solidFill>
              <a:effectLst/>
              <a:uLnTx/>
              <a:uFillTx/>
              <a:latin typeface="Arial" panose="020B0604020202020204" pitchFamily="34" charset="0"/>
              <a:ea typeface="Verdana"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srgbClr val="FFFFFF"/>
              </a:solidFill>
              <a:effectLst/>
              <a:uLnTx/>
              <a:uFillTx/>
              <a:latin typeface="Infineon Meta-Normal"/>
              <a:ea typeface="Verdana" pitchFamily="34" charset="0"/>
              <a:cs typeface="Arial" panose="020B0604020202020204" pitchFamily="34" charset="0"/>
            </a:endParaRPr>
          </a:p>
        </p:txBody>
      </p:sp>
      <p:cxnSp>
        <p:nvCxnSpPr>
          <p:cNvPr id="144" name="Straight Connector 143">
            <a:extLst>
              <a:ext uri="{FF2B5EF4-FFF2-40B4-BE49-F238E27FC236}">
                <a16:creationId xmlns:a16="http://schemas.microsoft.com/office/drawing/2014/main" id="{4CC90B2F-E797-6B66-06B7-D14C50DB6472}"/>
              </a:ext>
            </a:extLst>
          </p:cNvPr>
          <p:cNvCxnSpPr/>
          <p:nvPr/>
        </p:nvCxnSpPr>
        <p:spPr>
          <a:xfrm flipH="1">
            <a:off x="6702219" y="533190"/>
            <a:ext cx="16490" cy="199460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6676DC56-E6B1-72CF-01F6-5D7FD39543D6}"/>
              </a:ext>
            </a:extLst>
          </p:cNvPr>
          <p:cNvCxnSpPr/>
          <p:nvPr/>
        </p:nvCxnSpPr>
        <p:spPr>
          <a:xfrm>
            <a:off x="6696456" y="533190"/>
            <a:ext cx="2988617"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8397F99D-4DF6-CC04-AAC8-3DE491DAC9AA}"/>
              </a:ext>
            </a:extLst>
          </p:cNvPr>
          <p:cNvCxnSpPr>
            <a:cxnSpLocks/>
          </p:cNvCxnSpPr>
          <p:nvPr/>
        </p:nvCxnSpPr>
        <p:spPr>
          <a:xfrm flipH="1">
            <a:off x="7059097" y="878221"/>
            <a:ext cx="16907" cy="1618333"/>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DA1E7FF-CA05-79D6-E0A8-0F224925E55A}"/>
              </a:ext>
            </a:extLst>
          </p:cNvPr>
          <p:cNvCxnSpPr>
            <a:cxnSpLocks/>
          </p:cNvCxnSpPr>
          <p:nvPr/>
        </p:nvCxnSpPr>
        <p:spPr>
          <a:xfrm flipV="1">
            <a:off x="7076004" y="874840"/>
            <a:ext cx="2249029" cy="3381"/>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148" name="Picture 147">
            <a:extLst>
              <a:ext uri="{FF2B5EF4-FFF2-40B4-BE49-F238E27FC236}">
                <a16:creationId xmlns:a16="http://schemas.microsoft.com/office/drawing/2014/main" id="{47DAFE63-D052-9059-C1B5-D34FFD4104F4}"/>
              </a:ext>
            </a:extLst>
          </p:cNvPr>
          <p:cNvPicPr>
            <a:picLocks noChangeAspect="1"/>
          </p:cNvPicPr>
          <p:nvPr/>
        </p:nvPicPr>
        <p:blipFill>
          <a:blip r:embed="rId2"/>
          <a:stretch>
            <a:fillRect/>
          </a:stretch>
        </p:blipFill>
        <p:spPr>
          <a:xfrm>
            <a:off x="6554465" y="1988141"/>
            <a:ext cx="655267" cy="414360"/>
          </a:xfrm>
          <a:prstGeom prst="rect">
            <a:avLst/>
          </a:prstGeom>
        </p:spPr>
      </p:pic>
      <p:cxnSp>
        <p:nvCxnSpPr>
          <p:cNvPr id="149" name="Straight Connector 148">
            <a:extLst>
              <a:ext uri="{FF2B5EF4-FFF2-40B4-BE49-F238E27FC236}">
                <a16:creationId xmlns:a16="http://schemas.microsoft.com/office/drawing/2014/main" id="{89AECA36-88F0-A998-B610-CC136AD80D12}"/>
              </a:ext>
            </a:extLst>
          </p:cNvPr>
          <p:cNvCxnSpPr>
            <a:cxnSpLocks/>
          </p:cNvCxnSpPr>
          <p:nvPr/>
        </p:nvCxnSpPr>
        <p:spPr>
          <a:xfrm>
            <a:off x="6696456" y="2805825"/>
            <a:ext cx="5763" cy="257118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24456BD9-1A68-47E5-67C0-63A38E4D9E0E}"/>
              </a:ext>
            </a:extLst>
          </p:cNvPr>
          <p:cNvCxnSpPr/>
          <p:nvPr/>
        </p:nvCxnSpPr>
        <p:spPr>
          <a:xfrm>
            <a:off x="7059097" y="2801881"/>
            <a:ext cx="0" cy="2316004"/>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AF150A52-C67B-766F-BAC3-3EB5976CB713}"/>
              </a:ext>
            </a:extLst>
          </p:cNvPr>
          <p:cNvCxnSpPr>
            <a:cxnSpLocks/>
          </p:cNvCxnSpPr>
          <p:nvPr/>
        </p:nvCxnSpPr>
        <p:spPr>
          <a:xfrm flipV="1">
            <a:off x="6260576" y="3895428"/>
            <a:ext cx="0" cy="1699034"/>
          </a:xfrm>
          <a:prstGeom prst="straightConnector1">
            <a:avLst/>
          </a:prstGeom>
          <a:ln w="28575">
            <a:solidFill>
              <a:schemeClr val="bg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2" name="Rectangle 12">
            <a:extLst>
              <a:ext uri="{FF2B5EF4-FFF2-40B4-BE49-F238E27FC236}">
                <a16:creationId xmlns:a16="http://schemas.microsoft.com/office/drawing/2014/main" id="{4CB70383-6F33-5417-4104-82FAD2DA3CF9}"/>
              </a:ext>
            </a:extLst>
          </p:cNvPr>
          <p:cNvSpPr>
            <a:spLocks noChangeArrowheads="1"/>
          </p:cNvSpPr>
          <p:nvPr/>
        </p:nvSpPr>
        <p:spPr bwMode="auto">
          <a:xfrm flipH="1">
            <a:off x="5451043" y="3324252"/>
            <a:ext cx="1144342" cy="589027"/>
          </a:xfrm>
          <a:prstGeom prst="rect">
            <a:avLst/>
          </a:prstGeom>
          <a:solidFill>
            <a:srgbClr val="DCD5D7"/>
          </a:solidFill>
          <a:ln>
            <a:noFill/>
          </a:ln>
        </p:spPr>
        <p:txBody>
          <a:bodyPr anchor="ctr"/>
          <a:lstStyle>
            <a:lvl1pPr>
              <a:spcBef>
                <a:spcPts val="288"/>
              </a:spcBef>
              <a:buClr>
                <a:schemeClr val="bg2"/>
              </a:buClr>
              <a:buSzPct val="100000"/>
              <a:buFont typeface="Wingdings" panose="05000000000000000000" pitchFamily="2" charset="2"/>
              <a:defRPr sz="1400" b="1">
                <a:solidFill>
                  <a:srgbClr val="000000"/>
                </a:solidFill>
                <a:latin typeface="Arial" panose="020B0604020202020204" pitchFamily="34" charset="0"/>
              </a:defRPr>
            </a:lvl1pPr>
            <a:lvl2pPr marL="742950" indent="-285750">
              <a:spcBef>
                <a:spcPts val="288"/>
              </a:spcBef>
              <a:buClr>
                <a:schemeClr val="bg2"/>
              </a:buClr>
              <a:buSzPct val="100000"/>
              <a:buFont typeface="Wingdings" panose="05000000000000000000" pitchFamily="2" charset="2"/>
              <a:defRPr sz="1200">
                <a:solidFill>
                  <a:srgbClr val="000000"/>
                </a:solidFill>
                <a:latin typeface="Arial" panose="020B0604020202020204" pitchFamily="34" charset="0"/>
              </a:defRPr>
            </a:lvl2pPr>
            <a:lvl3pPr marL="1143000" indent="-228600">
              <a:spcBef>
                <a:spcPts val="288"/>
              </a:spcBef>
              <a:buClr>
                <a:schemeClr val="bg2"/>
              </a:buClr>
              <a:buSzPct val="125000"/>
              <a:defRPr sz="1000">
                <a:solidFill>
                  <a:schemeClr val="tx1"/>
                </a:solidFill>
                <a:latin typeface="Arial" panose="020B0604020202020204" pitchFamily="34" charset="0"/>
              </a:defRPr>
            </a:lvl3pPr>
            <a:lvl4pPr marL="1600200" indent="-228600">
              <a:spcBef>
                <a:spcPct val="20000"/>
              </a:spcBef>
              <a:buClr>
                <a:schemeClr val="bg2"/>
              </a:buClr>
              <a:buSzPct val="100000"/>
              <a:buFont typeface="Arial" panose="020B0604020202020204" pitchFamily="34" charset="0"/>
              <a:defRPr sz="1600">
                <a:solidFill>
                  <a:schemeClr val="tx1"/>
                </a:solidFill>
                <a:latin typeface="Arial" panose="020B0604020202020204" pitchFamily="34" charset="0"/>
              </a:defRPr>
            </a:lvl4pPr>
            <a:lvl5pPr marL="2057400" indent="-228600">
              <a:lnSpc>
                <a:spcPct val="95000"/>
              </a:lnSpc>
              <a:spcBef>
                <a:spcPct val="25000"/>
              </a:spcBef>
              <a:buClr>
                <a:schemeClr val="bg2"/>
              </a:buClr>
              <a:buSzPct val="100000"/>
              <a:defRPr sz="1600">
                <a:solidFill>
                  <a:schemeClr val="tx2"/>
                </a:solidFill>
                <a:latin typeface="Arial" panose="020B0604020202020204" pitchFamily="34" charset="0"/>
              </a:defRPr>
            </a:lvl5pPr>
            <a:lvl6pPr marL="25146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6pPr>
            <a:lvl7pPr marL="29718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7pPr>
            <a:lvl8pPr marL="34290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8pPr>
            <a:lvl9pPr marL="38862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9pPr>
          </a:lstStyle>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endParaRPr kumimoji="0" lang="en-US" altLang="ja-JP" sz="1244"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a:endParaRPr>
          </a:p>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r>
              <a:rPr kumimoji="0" lang="en-US" altLang="ja-JP" sz="1244" b="1" i="0" u="none" strike="noStrike" kern="0" cap="none" spc="0" normalizeH="0" baseline="0" noProof="0" dirty="0">
                <a:ln>
                  <a:noFill/>
                </a:ln>
                <a:solidFill>
                  <a:srgbClr val="1D1D1D"/>
                </a:solidFill>
                <a:effectLst/>
                <a:uLnTx/>
                <a:uFillTx/>
                <a:latin typeface="Arial" panose="020B0604020202020204" pitchFamily="34" charset="0"/>
                <a:ea typeface="Arial Unicode MS" panose="020B0604020202020204" pitchFamily="34" charset="-128"/>
                <a:cs typeface="Arial"/>
              </a:rPr>
              <a:t>CAN Transceiver</a:t>
            </a:r>
          </a:p>
          <a:p>
            <a:pPr marL="0" marR="0" lvl="0" indent="0" algn="ctr" defTabSz="1218559" rtl="0" eaLnBrk="1" fontAlgn="base" latinLnBrk="0" hangingPunct="1">
              <a:lnSpc>
                <a:spcPct val="100000"/>
              </a:lnSpc>
              <a:spcBef>
                <a:spcPts val="288"/>
              </a:spcBef>
              <a:spcAft>
                <a:spcPct val="0"/>
              </a:spcAft>
              <a:buClr>
                <a:srgbClr val="4D4D4D"/>
              </a:buClr>
              <a:buSzTx/>
              <a:buFont typeface="Wingdings" panose="05000000000000000000" pitchFamily="2" charset="2"/>
              <a:buNone/>
              <a:tabLst/>
              <a:defRPr/>
            </a:pPr>
            <a:endParaRPr kumimoji="0" lang="en-US" altLang="ja-JP" sz="1244" b="1" i="0" u="none" strike="noStrike" kern="0" cap="none" spc="0" normalizeH="0" baseline="0" noProof="0" dirty="0">
              <a:ln>
                <a:noFill/>
              </a:ln>
              <a:solidFill>
                <a:sysClr val="windowText" lastClr="000000"/>
              </a:solidFill>
              <a:effectLst/>
              <a:uLnTx/>
              <a:uFillTx/>
              <a:latin typeface="Arial" panose="020B0604020202020204" pitchFamily="34" charset="0"/>
              <a:ea typeface="Arial Unicode MS" panose="020B0604020202020204" pitchFamily="34" charset="-128"/>
              <a:cs typeface="Arial"/>
            </a:endParaRPr>
          </a:p>
        </p:txBody>
      </p:sp>
      <p:pic>
        <p:nvPicPr>
          <p:cNvPr id="153" name="Picture 152">
            <a:extLst>
              <a:ext uri="{FF2B5EF4-FFF2-40B4-BE49-F238E27FC236}">
                <a16:creationId xmlns:a16="http://schemas.microsoft.com/office/drawing/2014/main" id="{99AFDCB4-6462-E0FA-0C1F-8A6BD6C0E59E}"/>
              </a:ext>
            </a:extLst>
          </p:cNvPr>
          <p:cNvPicPr>
            <a:picLocks noChangeAspect="1"/>
          </p:cNvPicPr>
          <p:nvPr/>
        </p:nvPicPr>
        <p:blipFill>
          <a:blip r:embed="rId2"/>
          <a:stretch>
            <a:fillRect/>
          </a:stretch>
        </p:blipFill>
        <p:spPr>
          <a:xfrm>
            <a:off x="6548561" y="2893715"/>
            <a:ext cx="655267" cy="414360"/>
          </a:xfrm>
          <a:prstGeom prst="rect">
            <a:avLst/>
          </a:prstGeom>
        </p:spPr>
      </p:pic>
      <p:sp>
        <p:nvSpPr>
          <p:cNvPr id="154" name="Rectangle: Rounded Corners 153">
            <a:extLst>
              <a:ext uri="{FF2B5EF4-FFF2-40B4-BE49-F238E27FC236}">
                <a16:creationId xmlns:a16="http://schemas.microsoft.com/office/drawing/2014/main" id="{D4B4D0C6-33F6-B8F3-6086-B4BBF23E06C8}"/>
              </a:ext>
            </a:extLst>
          </p:cNvPr>
          <p:cNvSpPr/>
          <p:nvPr/>
        </p:nvSpPr>
        <p:spPr bwMode="auto">
          <a:xfrm>
            <a:off x="875700" y="1356408"/>
            <a:ext cx="1967438" cy="2879698"/>
          </a:xfrm>
          <a:prstGeom prst="roundRect">
            <a:avLst>
              <a:gd name="adj" fmla="val 5265"/>
            </a:avLst>
          </a:prstGeom>
          <a:solidFill>
            <a:schemeClr val="bg1"/>
          </a:solidFill>
          <a:ln w="12700" cmpd="dbl">
            <a:solidFill>
              <a:schemeClr val="tx1"/>
            </a:solidFill>
            <a:prstDash val="solid"/>
            <a:miter lim="800000"/>
            <a:headEnd/>
            <a:tailEnd/>
          </a:ln>
        </p:spPr>
        <p:txBody>
          <a:bodyPr wrap="square" lIns="72000" tIns="72000" rIns="72000" bIns="72000" rtlCol="0" anchor="b"/>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1D1D1D"/>
                </a:solidFill>
                <a:effectLst/>
                <a:uLnTx/>
                <a:uFillTx/>
                <a:latin typeface="Arial"/>
                <a:ea typeface="Arial Unicode MS"/>
                <a:cs typeface="Arial"/>
              </a:rPr>
              <a:t>VCU</a:t>
            </a:r>
            <a:r>
              <a:rPr kumimoji="0" lang="en-US" sz="1000" b="1" i="0" u="none" strike="noStrike" kern="0" cap="none" spc="0" normalizeH="0" baseline="0" noProof="0" dirty="0">
                <a:ln>
                  <a:noFill/>
                </a:ln>
                <a:solidFill>
                  <a:srgbClr val="1D1D1D"/>
                </a:solidFill>
                <a:effectLst/>
                <a:uLnTx/>
                <a:uFillTx/>
                <a:latin typeface="Arial"/>
                <a:ea typeface="Arial Unicode MS"/>
                <a:cs typeface="Arial"/>
              </a:rPr>
              <a:t> </a:t>
            </a:r>
          </a:p>
        </p:txBody>
      </p:sp>
      <p:sp>
        <p:nvSpPr>
          <p:cNvPr id="155" name="Rectangle 12">
            <a:extLst>
              <a:ext uri="{FF2B5EF4-FFF2-40B4-BE49-F238E27FC236}">
                <a16:creationId xmlns:a16="http://schemas.microsoft.com/office/drawing/2014/main" id="{A59A8D4E-F3F9-22F8-4CF3-F71FF11A451E}"/>
              </a:ext>
            </a:extLst>
          </p:cNvPr>
          <p:cNvSpPr>
            <a:spLocks noChangeArrowheads="1"/>
          </p:cNvSpPr>
          <p:nvPr/>
        </p:nvSpPr>
        <p:spPr bwMode="auto">
          <a:xfrm flipH="1">
            <a:off x="1143993" y="2275611"/>
            <a:ext cx="1358941" cy="782643"/>
          </a:xfrm>
          <a:prstGeom prst="rect">
            <a:avLst/>
          </a:prstGeom>
          <a:solidFill>
            <a:srgbClr val="FF9737"/>
          </a:solidFill>
          <a:ln>
            <a:noFill/>
          </a:ln>
        </p:spPr>
        <p:txBody>
          <a:bodyPr anchor="ctr"/>
          <a:lstStyle>
            <a:lvl1pPr>
              <a:spcBef>
                <a:spcPts val="288"/>
              </a:spcBef>
              <a:buClr>
                <a:schemeClr val="bg2"/>
              </a:buClr>
              <a:buSzPct val="100000"/>
              <a:buFont typeface="Wingdings" panose="05000000000000000000" pitchFamily="2" charset="2"/>
              <a:defRPr sz="1400" b="1">
                <a:solidFill>
                  <a:srgbClr val="000000"/>
                </a:solidFill>
                <a:latin typeface="Arial" panose="020B0604020202020204" pitchFamily="34" charset="0"/>
              </a:defRPr>
            </a:lvl1pPr>
            <a:lvl2pPr marL="742950" indent="-285750">
              <a:spcBef>
                <a:spcPts val="288"/>
              </a:spcBef>
              <a:buClr>
                <a:schemeClr val="bg2"/>
              </a:buClr>
              <a:buSzPct val="100000"/>
              <a:buFont typeface="Wingdings" panose="05000000000000000000" pitchFamily="2" charset="2"/>
              <a:defRPr sz="1200">
                <a:solidFill>
                  <a:srgbClr val="000000"/>
                </a:solidFill>
                <a:latin typeface="Arial" panose="020B0604020202020204" pitchFamily="34" charset="0"/>
              </a:defRPr>
            </a:lvl2pPr>
            <a:lvl3pPr marL="1143000" indent="-228600">
              <a:spcBef>
                <a:spcPts val="288"/>
              </a:spcBef>
              <a:buClr>
                <a:schemeClr val="bg2"/>
              </a:buClr>
              <a:buSzPct val="125000"/>
              <a:defRPr sz="1000">
                <a:solidFill>
                  <a:schemeClr val="tx1"/>
                </a:solidFill>
                <a:latin typeface="Arial" panose="020B0604020202020204" pitchFamily="34" charset="0"/>
              </a:defRPr>
            </a:lvl3pPr>
            <a:lvl4pPr marL="1600200" indent="-228600">
              <a:spcBef>
                <a:spcPct val="20000"/>
              </a:spcBef>
              <a:buClr>
                <a:schemeClr val="bg2"/>
              </a:buClr>
              <a:buSzPct val="100000"/>
              <a:buFont typeface="Arial" panose="020B0604020202020204" pitchFamily="34" charset="0"/>
              <a:defRPr sz="1600">
                <a:solidFill>
                  <a:schemeClr val="tx1"/>
                </a:solidFill>
                <a:latin typeface="Arial" panose="020B0604020202020204" pitchFamily="34" charset="0"/>
              </a:defRPr>
            </a:lvl4pPr>
            <a:lvl5pPr marL="2057400" indent="-228600">
              <a:lnSpc>
                <a:spcPct val="95000"/>
              </a:lnSpc>
              <a:spcBef>
                <a:spcPct val="25000"/>
              </a:spcBef>
              <a:buClr>
                <a:schemeClr val="bg2"/>
              </a:buClr>
              <a:buSzPct val="100000"/>
              <a:defRPr sz="1600">
                <a:solidFill>
                  <a:schemeClr val="tx2"/>
                </a:solidFill>
                <a:latin typeface="Arial" panose="020B0604020202020204" pitchFamily="34" charset="0"/>
              </a:defRPr>
            </a:lvl5pPr>
            <a:lvl6pPr marL="25146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6pPr>
            <a:lvl7pPr marL="29718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7pPr>
            <a:lvl8pPr marL="34290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8pPr>
            <a:lvl9pPr marL="3886200" indent="-228600" eaLnBrk="0" fontAlgn="base" hangingPunct="0">
              <a:lnSpc>
                <a:spcPct val="95000"/>
              </a:lnSpc>
              <a:spcBef>
                <a:spcPct val="25000"/>
              </a:spcBef>
              <a:spcAft>
                <a:spcPct val="0"/>
              </a:spcAft>
              <a:buClr>
                <a:schemeClr val="bg2"/>
              </a:buClr>
              <a:buSzPct val="100000"/>
              <a:defRPr sz="1600">
                <a:solidFill>
                  <a:schemeClr val="tx2"/>
                </a:solidFill>
                <a:latin typeface="Arial" panose="020B0604020202020204" pitchFamily="34" charset="0"/>
              </a:defRPr>
            </a:lvl9pPr>
          </a:lstStyle>
          <a:p>
            <a:pPr marL="0" marR="0" lvl="0" indent="0" algn="ctr" defTabSz="1218559" rtl="0" eaLnBrk="1" fontAlgn="base" latinLnBrk="0" hangingPunct="1">
              <a:lnSpc>
                <a:spcPct val="100000"/>
              </a:lnSpc>
              <a:spcBef>
                <a:spcPct val="0"/>
              </a:spcBef>
              <a:spcAft>
                <a:spcPct val="0"/>
              </a:spcAft>
              <a:buClr>
                <a:srgbClr val="4D4D4D"/>
              </a:buClr>
              <a:buSzTx/>
              <a:buFont typeface="Wingdings" panose="05000000000000000000" pitchFamily="2" charset="2"/>
              <a:buNone/>
              <a:tabLst/>
              <a:defRPr/>
            </a:pPr>
            <a:r>
              <a:rPr kumimoji="0" lang="en-US" altLang="ja-JP" sz="1244" b="1" i="0" u="none" strike="noStrike" kern="0" cap="none" spc="0" normalizeH="0" baseline="0" noProof="0" dirty="0">
                <a:ln>
                  <a:noFill/>
                </a:ln>
                <a:solidFill>
                  <a:srgbClr val="FFFFFF"/>
                </a:solidFill>
                <a:effectLst/>
                <a:uLnTx/>
                <a:uFillTx/>
                <a:latin typeface="Arial" panose="020B0604020202020204" pitchFamily="34" charset="0"/>
                <a:ea typeface="Arial Unicode MS" panose="020B0604020202020204" pitchFamily="34" charset="-128"/>
                <a:cs typeface="Arial Unicode MS" panose="020B0604020202020204" pitchFamily="34" charset="-128"/>
              </a:rPr>
              <a:t>Microcontroller</a:t>
            </a:r>
          </a:p>
        </p:txBody>
      </p:sp>
      <p:sp>
        <p:nvSpPr>
          <p:cNvPr id="156" name="TextBox 155">
            <a:extLst>
              <a:ext uri="{FF2B5EF4-FFF2-40B4-BE49-F238E27FC236}">
                <a16:creationId xmlns:a16="http://schemas.microsoft.com/office/drawing/2014/main" id="{674787B5-DB89-7B53-2DED-AFE9CC0F051D}"/>
              </a:ext>
            </a:extLst>
          </p:cNvPr>
          <p:cNvSpPr txBox="1"/>
          <p:nvPr/>
        </p:nvSpPr>
        <p:spPr bwMode="auto">
          <a:xfrm>
            <a:off x="11440047" y="895488"/>
            <a:ext cx="543905" cy="239858"/>
          </a:xfrm>
          <a:prstGeom prst="rect">
            <a:avLst/>
          </a:prstGeom>
          <a:noFill/>
          <a:ln w="9525">
            <a:noFill/>
            <a:miter lim="800000"/>
            <a:headEnd/>
            <a:tailEnd/>
          </a:ln>
          <a:effectLst/>
        </p:spPr>
        <p:txBody>
          <a:bodyPr wrap="square" lIns="0" tIns="0" rIns="0" bIns="0" rtlCol="0" anchor="ctr" anchorCtr="0">
            <a:no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SG" sz="1400" b="0" i="0" u="none" strike="noStrike" kern="0" cap="none" spc="0" normalizeH="0" baseline="0" noProof="0" dirty="0" err="1">
                <a:ln>
                  <a:noFill/>
                </a:ln>
                <a:solidFill>
                  <a:srgbClr val="1D1D1D"/>
                </a:solidFill>
                <a:effectLst/>
                <a:uLnTx/>
                <a:uFillTx/>
                <a:latin typeface="Arial"/>
                <a:ea typeface="Arial Unicode MS"/>
                <a:cs typeface="Arial"/>
              </a:rPr>
              <a:t>Vpack</a:t>
            </a:r>
            <a:endParaRPr kumimoji="0" lang="en-SG" sz="1400" b="0" i="0" u="none" strike="noStrike" kern="0" cap="none" spc="0" normalizeH="0" baseline="0" noProof="0" dirty="0">
              <a:ln>
                <a:noFill/>
              </a:ln>
              <a:solidFill>
                <a:srgbClr val="1D1D1D"/>
              </a:solidFill>
              <a:effectLst/>
              <a:uLnTx/>
              <a:uFillTx/>
              <a:latin typeface="Arial"/>
              <a:ea typeface="Arial Unicode MS"/>
              <a:cs typeface="Arial"/>
            </a:endParaRPr>
          </a:p>
        </p:txBody>
      </p:sp>
      <p:sp>
        <p:nvSpPr>
          <p:cNvPr id="157" name="TextBox 156">
            <a:extLst>
              <a:ext uri="{FF2B5EF4-FFF2-40B4-BE49-F238E27FC236}">
                <a16:creationId xmlns:a16="http://schemas.microsoft.com/office/drawing/2014/main" id="{A79902D7-E9C0-D883-39C5-0FFE52B3534A}"/>
              </a:ext>
            </a:extLst>
          </p:cNvPr>
          <p:cNvSpPr txBox="1"/>
          <p:nvPr/>
        </p:nvSpPr>
        <p:spPr bwMode="auto">
          <a:xfrm>
            <a:off x="11509364" y="5903691"/>
            <a:ext cx="438225" cy="188186"/>
          </a:xfrm>
          <a:prstGeom prst="rect">
            <a:avLst/>
          </a:prstGeom>
          <a:noFill/>
          <a:ln w="9525">
            <a:noFill/>
            <a:miter lim="800000"/>
            <a:headEnd/>
            <a:tailEnd/>
          </a:ln>
          <a:effectLst/>
        </p:spPr>
        <p:txBody>
          <a:bodyPr wrap="square" lIns="0" tIns="0" rIns="0" bIns="0" rtlCol="0" anchor="ctr" anchorCtr="0">
            <a:no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SG" sz="1400" b="0" i="0" u="none" strike="noStrike" kern="0" cap="none" spc="0" normalizeH="0" baseline="0" noProof="0" dirty="0" err="1">
                <a:ln>
                  <a:noFill/>
                </a:ln>
                <a:solidFill>
                  <a:srgbClr val="1D1D1D"/>
                </a:solidFill>
                <a:effectLst/>
                <a:uLnTx/>
                <a:uFillTx/>
                <a:latin typeface="Arial"/>
                <a:ea typeface="Arial Unicode MS"/>
                <a:cs typeface="Arial"/>
              </a:rPr>
              <a:t>lpack</a:t>
            </a:r>
            <a:endParaRPr kumimoji="0" lang="en-SG" sz="1400" b="0" i="0" u="none" strike="noStrike" kern="0" cap="none" spc="0" normalizeH="0" baseline="0" noProof="0" dirty="0">
              <a:ln>
                <a:noFill/>
              </a:ln>
              <a:solidFill>
                <a:srgbClr val="1D1D1D"/>
              </a:solidFill>
              <a:effectLst/>
              <a:uLnTx/>
              <a:uFillTx/>
              <a:latin typeface="Arial"/>
              <a:ea typeface="Arial Unicode MS"/>
              <a:cs typeface="Arial"/>
            </a:endParaRPr>
          </a:p>
        </p:txBody>
      </p:sp>
      <p:sp>
        <p:nvSpPr>
          <p:cNvPr id="158" name="Rectangle: Rounded Corners 157">
            <a:extLst>
              <a:ext uri="{FF2B5EF4-FFF2-40B4-BE49-F238E27FC236}">
                <a16:creationId xmlns:a16="http://schemas.microsoft.com/office/drawing/2014/main" id="{4E26E845-FB6D-D3A6-3F15-5831347ACDDC}"/>
              </a:ext>
            </a:extLst>
          </p:cNvPr>
          <p:cNvSpPr/>
          <p:nvPr/>
        </p:nvSpPr>
        <p:spPr bwMode="auto">
          <a:xfrm>
            <a:off x="386756" y="4927070"/>
            <a:ext cx="3624455" cy="1379687"/>
          </a:xfrm>
          <a:prstGeom prst="roundRect">
            <a:avLst/>
          </a:prstGeom>
          <a:solidFill>
            <a:srgbClr val="DCD5D7"/>
          </a:solidFill>
          <a:ln w="57150">
            <a:solidFill>
              <a:srgbClr val="00B0F0"/>
            </a:solidFill>
            <a:prstDash val="sysDash"/>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endParaRPr kumimoji="0" lang="en-SG" sz="1600" b="0" i="0" u="none" strike="noStrike" kern="1200" cap="none" spc="0" normalizeH="0" baseline="0" noProof="0" dirty="0">
              <a:ln>
                <a:noFill/>
              </a:ln>
              <a:solidFill>
                <a:srgbClr val="FFFFFF"/>
              </a:solidFill>
              <a:effectLst/>
              <a:uLnTx/>
              <a:uFillTx/>
              <a:latin typeface="Arial"/>
              <a:ea typeface="Arial Unicode MS"/>
              <a:cs typeface="Arial"/>
            </a:endParaRPr>
          </a:p>
        </p:txBody>
      </p:sp>
      <p:sp>
        <p:nvSpPr>
          <p:cNvPr id="159" name="TextBox 158">
            <a:extLst>
              <a:ext uri="{FF2B5EF4-FFF2-40B4-BE49-F238E27FC236}">
                <a16:creationId xmlns:a16="http://schemas.microsoft.com/office/drawing/2014/main" id="{4188C465-528E-188B-3326-8C9842EE0EFE}"/>
              </a:ext>
            </a:extLst>
          </p:cNvPr>
          <p:cNvSpPr txBox="1"/>
          <p:nvPr/>
        </p:nvSpPr>
        <p:spPr bwMode="auto">
          <a:xfrm>
            <a:off x="676770" y="5148315"/>
            <a:ext cx="3098260" cy="943562"/>
          </a:xfrm>
          <a:prstGeom prst="rect">
            <a:avLst/>
          </a:prstGeom>
          <a:noFill/>
          <a:ln w="9525">
            <a:noFill/>
            <a:miter lim="800000"/>
            <a:headEnd/>
            <a:tailEnd/>
          </a:ln>
          <a:effectLst/>
        </p:spPr>
        <p:txBody>
          <a:bodyPr wrap="square" lIns="0" tIns="0" rIns="0" bIns="0" rtlCol="0" anchor="ctr" anchorCtr="0">
            <a:noAutofit/>
          </a:bodyPr>
          <a:lstStyle/>
          <a:p>
            <a:pPr marL="0" marR="0" lvl="0" indent="0" algn="l" defTabSz="576000" rtl="0" eaLnBrk="0" fontAlgn="auto" latinLnBrk="0" hangingPunct="0">
              <a:lnSpc>
                <a:spcPct val="100000"/>
              </a:lnSpc>
              <a:spcBef>
                <a:spcPts val="0"/>
              </a:spcBef>
              <a:spcAft>
                <a:spcPts val="0"/>
              </a:spcAft>
              <a:buClr>
                <a:srgbClr val="0A8276"/>
              </a:buClr>
              <a:buSzTx/>
              <a:buFontTx/>
              <a:buNone/>
              <a:tabLst/>
              <a:defRPr/>
            </a:pPr>
            <a:r>
              <a:rPr kumimoji="0" lang="en-SG" sz="1800" b="1" i="0" u="none" strike="noStrike" kern="0" cap="none" spc="0" normalizeH="0" baseline="0" noProof="0" dirty="0" err="1">
                <a:ln>
                  <a:noFill/>
                </a:ln>
                <a:solidFill>
                  <a:srgbClr val="1D1D1D"/>
                </a:solidFill>
                <a:effectLst/>
                <a:uLnTx/>
                <a:uFillTx/>
                <a:latin typeface="Arial"/>
                <a:ea typeface="Arial Unicode MS"/>
                <a:cs typeface="Arial"/>
              </a:rPr>
              <a:t>SOx</a:t>
            </a:r>
            <a:r>
              <a:rPr kumimoji="0" lang="en-SG" sz="1800" b="1" i="0" u="none" strike="noStrike" kern="0" cap="none" spc="0" normalizeH="0" baseline="0" noProof="0" dirty="0">
                <a:ln>
                  <a:noFill/>
                </a:ln>
                <a:solidFill>
                  <a:srgbClr val="1D1D1D"/>
                </a:solidFill>
                <a:effectLst/>
                <a:uLnTx/>
                <a:uFillTx/>
                <a:latin typeface="Arial"/>
                <a:ea typeface="Arial Unicode MS"/>
                <a:cs typeface="Arial"/>
              </a:rPr>
              <a:t> pack </a:t>
            </a:r>
            <a:r>
              <a:rPr kumimoji="0" lang="en-SG" sz="1800" b="0" i="0" u="none" strike="noStrike" kern="0" cap="none" spc="0" normalizeH="0" baseline="0" noProof="0" dirty="0">
                <a:ln>
                  <a:noFill/>
                </a:ln>
                <a:solidFill>
                  <a:srgbClr val="1D1D1D"/>
                </a:solidFill>
                <a:effectLst/>
                <a:uLnTx/>
                <a:uFillTx/>
                <a:latin typeface="Arial"/>
                <a:ea typeface="Arial Unicode MS"/>
                <a:cs typeface="Arial"/>
              </a:rPr>
              <a:t>= </a:t>
            </a:r>
            <a:r>
              <a:rPr kumimoji="0" lang="en-SG" sz="1800" b="0" i="0" u="none" strike="noStrike" kern="0" cap="none" spc="0" normalizeH="0" baseline="0" noProof="0">
                <a:ln>
                  <a:noFill/>
                </a:ln>
                <a:solidFill>
                  <a:srgbClr val="1D1D1D"/>
                </a:solidFill>
                <a:effectLst/>
                <a:uLnTx/>
                <a:uFillTx/>
                <a:latin typeface="Arial"/>
                <a:ea typeface="Arial Unicode MS"/>
                <a:cs typeface="Arial"/>
              </a:rPr>
              <a:t>F(V</a:t>
            </a:r>
            <a:r>
              <a:rPr kumimoji="0" lang="en-SG" sz="1600" b="0" i="0" u="none" strike="noStrike" kern="0" cap="none" spc="0" normalizeH="0" baseline="0" noProof="0">
                <a:ln>
                  <a:noFill/>
                </a:ln>
                <a:solidFill>
                  <a:srgbClr val="1D1D1D"/>
                </a:solidFill>
                <a:effectLst/>
                <a:uLnTx/>
                <a:uFillTx/>
                <a:latin typeface="Arial"/>
                <a:ea typeface="Arial Unicode MS"/>
                <a:cs typeface="Arial"/>
              </a:rPr>
              <a:t>pack</a:t>
            </a:r>
            <a:r>
              <a:rPr kumimoji="0" lang="en-SG" sz="1800" b="0" i="0" u="none" strike="noStrike" kern="0" cap="none" spc="0" normalizeH="0" baseline="0" noProof="0">
                <a:ln>
                  <a:noFill/>
                </a:ln>
                <a:solidFill>
                  <a:srgbClr val="1D1D1D"/>
                </a:solidFill>
                <a:effectLst/>
                <a:uLnTx/>
                <a:uFillTx/>
                <a:latin typeface="Arial"/>
                <a:ea typeface="Arial Unicode MS"/>
                <a:cs typeface="Arial"/>
              </a:rPr>
              <a:t>, I</a:t>
            </a:r>
            <a:r>
              <a:rPr kumimoji="0" lang="en-SG" sz="1600" b="0" i="0" u="none" strike="noStrike" kern="0" cap="none" spc="0" normalizeH="0" baseline="0" noProof="0">
                <a:ln>
                  <a:noFill/>
                </a:ln>
                <a:solidFill>
                  <a:srgbClr val="1D1D1D"/>
                </a:solidFill>
                <a:effectLst/>
                <a:uLnTx/>
                <a:uFillTx/>
                <a:latin typeface="Arial"/>
                <a:ea typeface="Arial Unicode MS"/>
                <a:cs typeface="Arial"/>
              </a:rPr>
              <a:t>pack</a:t>
            </a:r>
            <a:r>
              <a:rPr kumimoji="0" lang="en-SG" sz="1800" b="0" i="0" u="none" strike="noStrike" kern="0" cap="none" spc="0" normalizeH="0" baseline="0" noProof="0">
                <a:ln>
                  <a:noFill/>
                </a:ln>
                <a:solidFill>
                  <a:srgbClr val="1D1D1D"/>
                </a:solidFill>
                <a:effectLst/>
                <a:uLnTx/>
                <a:uFillTx/>
                <a:latin typeface="Arial"/>
                <a:ea typeface="Arial Unicode MS"/>
                <a:cs typeface="Arial"/>
              </a:rPr>
              <a:t>, T)</a:t>
            </a:r>
            <a:endParaRPr kumimoji="0" lang="en-SG" sz="1800" b="0" i="0" u="none" strike="noStrike" kern="0" cap="none" spc="0" normalizeH="0" baseline="0" noProof="0" dirty="0">
              <a:ln>
                <a:noFill/>
              </a:ln>
              <a:solidFill>
                <a:srgbClr val="1D1D1D"/>
              </a:solidFill>
              <a:effectLst/>
              <a:uLnTx/>
              <a:uFillTx/>
              <a:latin typeface="Arial"/>
              <a:ea typeface="Arial Unicode MS"/>
              <a:cs typeface="Arial"/>
            </a:endParaRPr>
          </a:p>
        </p:txBody>
      </p:sp>
      <p:sp>
        <p:nvSpPr>
          <p:cNvPr id="160" name="Rectangle 159">
            <a:extLst>
              <a:ext uri="{FF2B5EF4-FFF2-40B4-BE49-F238E27FC236}">
                <a16:creationId xmlns:a16="http://schemas.microsoft.com/office/drawing/2014/main" id="{EC4D1AE9-AD58-3C9C-ECCC-EAE329818DD3}"/>
              </a:ext>
            </a:extLst>
          </p:cNvPr>
          <p:cNvSpPr/>
          <p:nvPr/>
        </p:nvSpPr>
        <p:spPr bwMode="auto">
          <a:xfrm>
            <a:off x="4360902" y="2436403"/>
            <a:ext cx="1297187" cy="435347"/>
          </a:xfrm>
          <a:prstGeom prst="rect">
            <a:avLst/>
          </a:prstGeom>
          <a:noFill/>
          <a:ln w="57150">
            <a:solidFill>
              <a:srgbClr val="00B0F0"/>
            </a:solidFill>
            <a:prstDash val="sysDash"/>
            <a:miter lim="800000"/>
            <a:headEnd/>
            <a:tailEnd/>
          </a:ln>
        </p:spPr>
        <p:txBody>
          <a:bodyPr wrap="square" lIns="72000" tIns="72000" rIns="72000" bIns="72000" rtlCol="0" anchor="ctr"/>
          <a:lstStyle/>
          <a:p>
            <a:pPr marL="0" marR="0" lvl="0" indent="0" algn="ctr" defTabSz="576000" rtl="0" eaLnBrk="0" fontAlgn="base" latinLnBrk="0" hangingPunct="0">
              <a:lnSpc>
                <a:spcPct val="12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Arial Unicode MS"/>
              <a:cs typeface="Arial"/>
            </a:endParaRPr>
          </a:p>
        </p:txBody>
      </p:sp>
    </p:spTree>
    <p:extLst>
      <p:ext uri="{BB962C8B-B14F-4D97-AF65-F5344CB8AC3E}">
        <p14:creationId xmlns:p14="http://schemas.microsoft.com/office/powerpoint/2010/main" val="1348432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1358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wQASwwAAAAAAAAAAAAAIAD///////////////8AAAD///////////////8DAAAAAgD///////////////////////////////////////////////////////////////////////////////////////////////////////////////////////////////////////////////////////////////////////////////////////////////////////////////////////////////////////////////////////////////////////////////////////////////////////////////////////////////////////////////////////////////////////////////////////////////////////////////////////////////////////////////////////////////////////////////////////////////////////////////8BACAA////////////////AAAO////////AwAAAAMA////////////////////////////////////////////////////////////////////////////////////////////////////////////////////////////////////////////////////////////////////////////////////////////////////////////////////////////////////////////////////////////////////////////////////////////////////////////////////////////////////////////////////////////////////////////////////////////////////////////////////////////////////////////////////////////////////////////////////////////////////////////////////////AgABAP///////wQAAAACABAAC10GBAEGmsRCrWeMKWDzcgcFAAAAAAADAAAAAAADAAAAAwADAAEA////////BAAAAAMAEAALVNGgrCHzak+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PALAAAAAAAAAAAAACAB////////////////AAAA////////////////BAAAAAMA////////BAAAAAMA////////BAAAAAMA////////BAAAAAMA////////BAAAAAMA////////BAAAAAMA////////////////////////////////////////////////////////////////////////////////////////////////////////////////////////////////////////////////////////////////////////////////////////////////////////////////////////////////////////////////////////////////////////////////////////////////////////////////////////////////////////////////////////////////////////////////////////////////////////////////////////////////AQAgAf///////////////wAADv///////wQAAAACAP///////////////////////////////////////////////////////////////////////////////////////////////////////////////////////////////////////////////////////////////////////////////////////////////////////////////////////////////////////////////////////////////////////////////////////////////////////////////////////////////////////////////////////////////////////////////////////////////////////////////////////////////////////////////////////////////////////////////////////////////////////////////////////wIAAQEDAAAAAgD///////8aAAZMaW5rZWRTaGFwZXNEYXRhUHJvcGVydHlfMAUAAAAAAAQAAAADAAQAAAABAAMABgEDAAAAAwD///////8lAAZMaW5rZWRTaGFwZVByZXNlbnRhdGlvblNldHRpbmdzRGF0YV8wBQAAAAEABAAAAAAABAAAAAIABAAAAAAA////////BAAAAAAA////////BAAAAAAA////////BAAA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F0GBAEGmsRCrWeMKWDzcgcDRGF0YQAbAAAABExpbmtlZFNoYXBlRGF0YQAFAAAAAAACTmFtZQAZAAAATGlua2VkU2hhcGVzRGF0YVByb3BlcnR5ABBWZXJzaW9uAAAAAAAJTGFzdFdyaXRlAEHvOgOCAQAAAAE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FALLBACK_LAYOUT" val="4"/>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18"/>
  <p:tag name="MIO_HDS" val="True"/>
  <p:tag name="MIO_SKIPVERSION" val="01.01.0001 00:00:00"/>
  <p:tag name="MIO_EKGUID" val="f8120ca7-cceb-428f-a7d0-f20ce9397e1b"/>
  <p:tag name="MIO_UPDATE" val="True"/>
  <p:tag name="MIO_VERSION" val="13.05.2023 07:12:22"/>
  <p:tag name="MIO_DBID" val="FDE84254-54DB-49E3-9A0E-CDE72035D530"/>
  <p:tag name="MIO_LASTDOWNLOADED" val="26.07.2023 12:28:29.220"/>
  <p:tag name="MIO_OBJECTNAME" val="Infineon LCD 16:9"/>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PresentationTitle_1MIOPlaceholderMapping.2MIOPlaceholderMapping-Infineon 16:9MIOPlaceholderMapping.Presentation title 1MIOPlaceholderMapping.1MIOPlaceholderMapping;Infineon 16:9MIOPlaceholderMapping.IFX_PresentationTitle_2MIOPlaceholderMapping.3MIOPlaceholderMapping-Infineon 16:9MIOPlaceholderMapping.Presentation title 1MIOPlaceholderMapping.1MIOPlaceholderMapping;Infineon 16:9MIOPlaceholderMapping.IFX_PresentationTitle_3MIOPlaceholderMapping.4MIOPlaceholderMapping-Infineon 16:9MIOPlaceholderMapping.Presentation title 1MIOPlaceholderMapping.1MIOPlaceholderMapping;Infineon 16:9MIOPlaceholderMapping.IFX_PresentationTitle_1MIOPlaceholderMapping.2MIOPlaceholderMapping.Picture Placeholder 20MIOPlaceholderMapping.18MIOPlaceholderMapping-Infineon 16:9MIOPlaceholderMapping.Presentation title 1MIOPlaceholderMapping.1MIOPlaceholderMapping.Crystal Picture PlaceholderMIOPlaceholderMapping.15MIOPlaceholderMapping;Infineon 16:9MIOPlaceholderMapping.IFX_PresentationTitle_2MIOPlaceholderMapping.3MIOPlaceholderMapping.Picture Placeholder 20MIOPlaceholderMapping.14MIOPlaceholderMapping-Infineon 16:9MIOPlaceholderMapping.Presentation title 1MIOPlaceholderMapping.1MIOPlaceholderMapping.Crystal Picture PlaceholderMIOPlaceholderMapping.15"/>
</p:tagLst>
</file>

<file path=ppt/tags/tag1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PresentationTitleMIOPlaceholderMapping.1MIOPlaceholderMapping-Infineon 16:9MIOPlaceholderMapping.Presentation title 3MIOPlaceholderMapping.3"/>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OnlyMIOPlaceholderMapping.5MIOPlaceholderMapping-Infineon 16:9MIOPlaceholderMapping.Title OnlyMIOPlaceholderMapping.4"/>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ContentMIOPlaceholderMapping.6MIOPlaceholderMapping-Infineon 16:9MIOPlaceholderMapping.Title | contentMIOPlaceholderMapping.5"/>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Two_ContentMIOPlaceholderMapping.8MIOPlaceholderMapping-Infineon 16:9MIOPlaceholderMapping.2 contentsMIOPlaceholderMapping.6"/>
</p:tagLst>
</file>

<file path=ppt/tags/tag7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SectionMIOPlaceholderMapping.9MIOPlaceholderMapping-Infineon 16:9MIOPlaceholderMapping.Section 1MIOPlaceholderMapping.7"/>
</p:tagLst>
</file>

<file path=ppt/tags/tag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Four_ContentMIOPlaceholderMapping.10MIOPlaceholderMapping-Infineon 16:9MIOPlaceholderMapping.4 contentsMIOPlaceholderMapping.9"/>
</p:tagLst>
</file>

<file path=ppt/tags/tag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Two_ColumnsMIOPlaceholderMapping.11MIOPlaceholderMapping-Infineon 16:9MIOPlaceholderMapping.Row | 2 columnsMIOPlaceholderMapping.10"/>
</p:tagLst>
</file>

<file path=ppt/tags/tag1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Two_Columns_RowMIOPlaceholderMapping.12MIOPlaceholderMapping-Infineon 16:9MIOPlaceholderMapping.Row | 2 columns | rowMIOPlaceholderMapping.11"/>
</p:tagLst>
</file>

<file path=ppt/tags/tag1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Title_and_Three_ColumnsMIOPlaceholderMapping.13MIOPlaceholderMapping-Infineon 16:9MIOPlaceholderMapping.3 columnsMIOPlaceholderMapping.12"/>
</p:tagLst>
</file>

<file path=ppt/tags/tag1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Three_ColumnsMIOPlaceholderMapping.14MIOPlaceholderMapping-Infineon 16:9MIOPlaceholderMapping.Row | 3 columnsMIOPlaceholderMapping.13"/>
</p:tagLst>
</file>

<file path=ppt/tags/tag1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our_ColumnsMIOPlaceholderMapping.15MIOPlaceholderMapping-Infineon 16:9MIOPlaceholderMapping.4 columnsMIOPlaceholderMapping.14"/>
</p:tagLst>
</file>

<file path=ppt/tags/tag1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Row_and_Four_ColumnsMIOPlaceholderMapping.16MIOPlaceholderMapping-Infineon 16:9MIOPlaceholderMapping.Row | 4 columnsMIOPlaceholderMapping.15"/>
</p:tagLst>
</file>

<file path=ppt/tags/tag1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EmptyMIOPlaceholderMapping.17MIOPlaceholderMapping-Infineon 16:9MIOPlaceholderMapping.EmptyMIOPlaceholderMapping.16"/>
</p:tagLst>
</file>

<file path=ppt/tags/tag1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ullpicMIOPlaceholderMapping.18MIOPlaceholderMapping-Infineon 16:9MIOPlaceholderMapping.FullpicMIOPlaceholderMapping.17"/>
</p:tagLst>
</file>

<file path=ppt/tags/tag18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EKGUID" val="f8120ca7-cceb-428f-a7d0-f20ce9397e1b"/>
  <p:tag name="MIO_UPDATE" val="True"/>
  <p:tag name="MIO_DBID" val="FDE84254-54DB-49E3-9A0E-CDE72035D530"/>
  <p:tag name="MIO_OBJECTNAME" val="Infineon LCD 16:9"/>
  <p:tag name="MIO_FALLBACK_LAYOUT" val="6"/>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20"/>
  <p:tag name="MIO_VERSION" val="26.06.2025 13:03:05"/>
  <p:tag name="MIO_LASTDOWNLOADED" val="30.06.2025 13:36:01.544"/>
  <p:tag name="MIO_CONTENTTAG" val="tZYKi94fO0WkUe8IIAF0WQ=="/>
  <p:tag name="MIO_CDID" val="e2fc2f9e-d5cf-4311-b3a1-0559b8fd1ab8"/>
</p:tagLst>
</file>

<file path=ppt/tags/tag19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3.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6.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3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7.xml><?xml version="1.0" encoding="utf-8"?>
<p:tagLst xmlns:a="http://schemas.openxmlformats.org/drawingml/2006/main" xmlns:r="http://schemas.openxmlformats.org/officeDocument/2006/relationships" xmlns:p="http://schemas.openxmlformats.org/presentationml/2006/main">
  <p:tag name="MIO_EKGUID" val="4ccd882f-68e4-4c74-933c-70788a233a6c"/>
  <p:tag name="MIO_GUID" val="6ca1ad73-cdc7-4a3d-8d0f-fa3ca0b1f3f1"/>
  <p:tag name="MIO_UPDATE" val="True"/>
  <p:tag name="MIO_VERSION" val="05.03.2023 11:08:51"/>
  <p:tag name="MIO_DBID" val="FDE84254-54DB-49E3-9A0E-CDE72035D530"/>
  <p:tag name="MIO_LASTDOWNLOADED" val="16.11.2023 13:21:14.709"/>
  <p:tag name="MIO_OBJECTNAME" val="Battery"/>
  <p:tag name="MIO_LASTEDITORNAME" val="Verena Kohl"/>
</p:tagLst>
</file>

<file path=ppt/tags/tag408.xml><?xml version="1.0" encoding="utf-8"?>
<p:tagLst xmlns:a="http://schemas.openxmlformats.org/drawingml/2006/main" xmlns:r="http://schemas.openxmlformats.org/officeDocument/2006/relationships" xmlns:p="http://schemas.openxmlformats.org/presentationml/2006/main">
  <p:tag name="MIO_EKGUID" val="4ccd882f-68e4-4c74-933c-70788a233a6c"/>
  <p:tag name="MIO_GUID" val="6ca1ad73-cdc7-4a3d-8d0f-fa3ca0b1f3f1"/>
  <p:tag name="MIO_UPDATE" val="True"/>
  <p:tag name="MIO_VERSION" val="05.03.2023 11:08:51"/>
  <p:tag name="MIO_DBID" val="FDE84254-54DB-49E3-9A0E-CDE72035D530"/>
  <p:tag name="MIO_LASTDOWNLOADED" val="16.11.2023 13:21:14.709"/>
  <p:tag name="MIO_OBJECTNAME" val="Battery"/>
  <p:tag name="MIO_LASTEDITORNAME" val="Verena Kohl"/>
</p:tagLst>
</file>

<file path=ppt/tags/tag409.xml><?xml version="1.0" encoding="utf-8"?>
<p:tagLst xmlns:a="http://schemas.openxmlformats.org/drawingml/2006/main" xmlns:r="http://schemas.openxmlformats.org/officeDocument/2006/relationships" xmlns:p="http://schemas.openxmlformats.org/presentationml/2006/main">
  <p:tag name="MIO_EKGUID" val="4ccd882f-68e4-4c74-933c-70788a233a6c"/>
  <p:tag name="MIO_GUID" val="6ca1ad73-cdc7-4a3d-8d0f-fa3ca0b1f3f1"/>
  <p:tag name="MIO_UPDATE" val="True"/>
  <p:tag name="MIO_VERSION" val="05.03.2023 11:08:51"/>
  <p:tag name="MIO_DBID" val="FDE84254-54DB-49E3-9A0E-CDE72035D530"/>
  <p:tag name="MIO_LASTDOWNLOADED" val="16.11.2023 13:21:14.709"/>
  <p:tag name="MIO_OBJECTNAME" val="Battery"/>
  <p:tag name="MIO_LASTEDITORNAME" val="Verena Kohl"/>
</p:tagLst>
</file>

<file path=ppt/tags/tag410.xml><?xml version="1.0" encoding="utf-8"?>
<p:tagLst xmlns:a="http://schemas.openxmlformats.org/drawingml/2006/main" xmlns:r="http://schemas.openxmlformats.org/officeDocument/2006/relationships" xmlns:p="http://schemas.openxmlformats.org/presentationml/2006/main">
  <p:tag name="MIO_EKGUID" val="4ccd882f-68e4-4c74-933c-70788a233a6c"/>
  <p:tag name="MIO_GUID" val="6ca1ad73-cdc7-4a3d-8d0f-fa3ca0b1f3f1"/>
  <p:tag name="MIO_UPDATE" val="True"/>
  <p:tag name="MIO_VERSION" val="05.03.2023 11:08:51"/>
  <p:tag name="MIO_DBID" val="FDE84254-54DB-49E3-9A0E-CDE72035D530"/>
  <p:tag name="MIO_LASTDOWNLOADED" val="16.11.2023 13:21:14.709"/>
  <p:tag name="MIO_OBJECTNAME" val="Battery"/>
  <p:tag name="MIO_LASTEDITORNAME" val="Verena Kohl"/>
</p:tagLst>
</file>

<file path=ppt/tags/tag411.xml><?xml version="1.0" encoding="utf-8"?>
<p:tagLst xmlns:a="http://schemas.openxmlformats.org/drawingml/2006/main" xmlns:r="http://schemas.openxmlformats.org/officeDocument/2006/relationships" xmlns:p="http://schemas.openxmlformats.org/presentationml/2006/main">
  <p:tag name="MIO_EKGUID" val="4ccd882f-68e4-4c74-933c-70788a233a6c"/>
  <p:tag name="MIO_GUID" val="6ca1ad73-cdc7-4a3d-8d0f-fa3ca0b1f3f1"/>
  <p:tag name="MIO_UPDATE" val="True"/>
  <p:tag name="MIO_VERSION" val="05.03.2023 11:08:51"/>
  <p:tag name="MIO_DBID" val="FDE84254-54DB-49E3-9A0E-CDE72035D530"/>
  <p:tag name="MIO_LASTDOWNLOADED" val="16.11.2023 13:21:14.709"/>
  <p:tag name="MIO_OBJECTNAME" val="Battery"/>
  <p:tag name="MIO_LASTEDITORNAME" val="Verena Kohl"/>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 id="{1E115DF3-41F0-4647-B0A5-8A317E6D094E}" vid="{137F0F39-D844-4AA9-B871-823A03F108D0}"/>
    </a:ext>
  </a:extLst>
</a:theme>
</file>

<file path=ppt/theme/theme2.xml><?xml version="1.0" encoding="utf-8"?>
<a:theme xmlns:a="http://schemas.openxmlformats.org/drawingml/2006/main" name="1_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56C652E9-FA41-4BF9-9DD7-9A052540036F}" vid="{57F9047E-8F78-4960-A139-1E126FA69AEE}"/>
    </a:ext>
  </a:extLst>
</a:theme>
</file>

<file path=ppt/theme/theme3.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55AAE9148B404486CBFDD74AD2AA0B" ma:contentTypeVersion="2" ma:contentTypeDescription="Create a new document." ma:contentTypeScope="" ma:versionID="a24cc1775e4f53b56bd6bf310015a115">
  <xsd:schema xmlns:xsd="http://www.w3.org/2001/XMLSchema" xmlns:xs="http://www.w3.org/2001/XMLSchema" xmlns:p="http://schemas.microsoft.com/office/2006/metadata/properties" xmlns:ns2="a709603d-609a-478b-a91d-3c5e984c0e79" xmlns:ns3="6ef45842-284e-44e4-b2db-1749e7948b44" targetNamespace="http://schemas.microsoft.com/office/2006/metadata/properties" ma:root="true" ma:fieldsID="f8923fe8aa0ace7ab58ef4ccc8b43a85" ns2:_="" ns3:_="">
    <xsd:import namespace="a709603d-609a-478b-a91d-3c5e984c0e79"/>
    <xsd:import namespace="6ef45842-284e-44e4-b2db-1749e7948b44"/>
    <xsd:element name="properties">
      <xsd:complexType>
        <xsd:sequence>
          <xsd:element name="documentManagement">
            <xsd:complexType>
              <xsd:all>
                <xsd:element ref="ns2:Ver"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09603d-609a-478b-a91d-3c5e984c0e79" elementFormDefault="qualified">
    <xsd:import namespace="http://schemas.microsoft.com/office/2006/documentManagement/types"/>
    <xsd:import namespace="http://schemas.microsoft.com/office/infopath/2007/PartnerControls"/>
    <xsd:element name="Ver" ma:index="8" nillable="true" ma:displayName="Ver" ma:default="0" ma:internalName="Ver"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6ef45842-284e-44e4-b2db-1749e7948b44" elementFormDefault="qualified">
    <xsd:import namespace="http://schemas.microsoft.com/office/2006/documentManagement/types"/>
    <xsd:import namespace="http://schemas.microsoft.com/office/infopath/2007/PartnerControls"/>
    <xsd:element name="SharedWithUsers" ma:index="9"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Ver xmlns="a709603d-609a-478b-a91d-3c5e984c0e79">0</Ver>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AF2014AB-78C2-4F59-9D6E-9572E72F77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09603d-609a-478b-a91d-3c5e984c0e79"/>
    <ds:schemaRef ds:uri="6ef45842-284e-44e4-b2db-1749e7948b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C6748B-B74E-4BE1-834C-AEBB9BCA18FB}">
  <ds:schemaRefs>
    <ds:schemaRef ds:uri="http://schemas.microsoft.com/sharepoint/v3/contenttype/forms"/>
  </ds:schemaRefs>
</ds:datastoreItem>
</file>

<file path=customXml/itemProps3.xml><?xml version="1.0" encoding="utf-8"?>
<ds:datastoreItem xmlns:ds="http://schemas.openxmlformats.org/officeDocument/2006/customXml" ds:itemID="{D299A1D5-F553-4264-9022-E0136C61CE27}">
  <ds:schemaRefs>
    <ds:schemaRef ds:uri="http://schemas.microsoft.com/office/2006/metadata/properties"/>
    <ds:schemaRef ds:uri="http://schemas.microsoft.com/office/2006/documentManagement/types"/>
    <ds:schemaRef ds:uri="http://purl.org/dc/elements/1.1/"/>
    <ds:schemaRef ds:uri="http://purl.org/dc/dcmitype/"/>
    <ds:schemaRef ds:uri="http://www.w3.org/XML/1998/namespace"/>
    <ds:schemaRef ds:uri="http://purl.org/dc/terms/"/>
    <ds:schemaRef ds:uri="a709603d-609a-478b-a91d-3c5e984c0e79"/>
    <ds:schemaRef ds:uri="6ef45842-284e-44e4-b2db-1749e7948b44"/>
    <ds:schemaRef ds:uri="http://schemas.microsoft.com/office/infopath/2007/PartnerControls"/>
    <ds:schemaRef ds:uri="http://schemas.openxmlformats.org/package/2006/metadata/core-properties"/>
  </ds:schemaRefs>
</ds:datastoreItem>
</file>

<file path=customXml/itemProps4.xml><?xml version="1.0" encoding="utf-8"?>
<ds:datastoreItem xmlns:ds="http://schemas.openxmlformats.org/officeDocument/2006/customXml" ds:itemID="{EC144A13-A380-40B3-9980-61BD11F58D02}">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Default Theme</Template>
  <TotalTime>253</TotalTime>
  <Words>885</Words>
  <Application>Microsoft Office PowerPoint</Application>
  <PresentationFormat>Widescreen</PresentationFormat>
  <Paragraphs>177</Paragraphs>
  <Slides>8</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Helvetica Neue</vt:lpstr>
      <vt:lpstr>Infineon Meta-Normal</vt:lpstr>
      <vt:lpstr>Arial</vt:lpstr>
      <vt:lpstr>Verdana</vt:lpstr>
      <vt:lpstr>Wingdings</vt:lpstr>
      <vt:lpstr>Infineon 16:9</vt:lpstr>
      <vt:lpstr>1_Infineon 16:9</vt:lpstr>
      <vt:lpstr>Automotive Battery Thermal Runaway Prediction: EIS Project</vt:lpstr>
      <vt:lpstr>Objectives </vt:lpstr>
      <vt:lpstr>Nyquist plot from EIS (electrochemical impedance spectroscopy)</vt:lpstr>
      <vt:lpstr>Using EIS data from aging cells </vt:lpstr>
      <vt:lpstr>Types of EIS in HV batteries and our available solutions</vt:lpstr>
      <vt:lpstr>EIS Demo</vt:lpstr>
      <vt:lpstr>High-Voltage (HV) BMS</vt:lpstr>
      <vt:lpstr>PowerPoint Presentation</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 Thiam Poh Robert (ATV SYS AP)</dc:creator>
  <cp:lastModifiedBy>Poh Qi Tong Wesley (ATV SYS AP)</cp:lastModifiedBy>
  <cp:revision>6</cp:revision>
  <dcterms:created xsi:type="dcterms:W3CDTF">2025-12-16T10:17:54Z</dcterms:created>
  <dcterms:modified xsi:type="dcterms:W3CDTF">2025-12-17T05:29:51Z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restricted</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0x010100A655AAE9148B404486CBFDD74AD2AA0B</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2023-03-18T12:11:36Z</vt:filetime>
  </property>
  <property fmtid="{D5CDD505-2E9C-101B-9397-08002B2CF9AE}" pid="15" name="empower.integration.Classification.DateFormat">
    <vt:lpwstr>d MMM yyyy</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MSIP_Label_a15a25aa-e944-415d-b7a7-40f6b9180b6b_Enabled">
    <vt:lpwstr>true</vt:lpwstr>
  </property>
  <property fmtid="{D5CDD505-2E9C-101B-9397-08002B2CF9AE}" pid="23" name="MSIP_Label_a15a25aa-e944-415d-b7a7-40f6b9180b6b_SetDate">
    <vt:lpwstr>2023-03-24T13:40:28Z</vt:lpwstr>
  </property>
  <property fmtid="{D5CDD505-2E9C-101B-9397-08002B2CF9AE}" pid="24" name="MSIP_Label_a15a25aa-e944-415d-b7a7-40f6b9180b6b_Method">
    <vt:lpwstr>Standard</vt:lpwstr>
  </property>
  <property fmtid="{D5CDD505-2E9C-101B-9397-08002B2CF9AE}" pid="25" name="MSIP_Label_a15a25aa-e944-415d-b7a7-40f6b9180b6b_Name">
    <vt:lpwstr>a15a25aa-e944-415d-b7a7-40f6b9180b6b</vt:lpwstr>
  </property>
  <property fmtid="{D5CDD505-2E9C-101B-9397-08002B2CF9AE}" pid="26" name="MSIP_Label_a15a25aa-e944-415d-b7a7-40f6b9180b6b_SiteId">
    <vt:lpwstr>eeb8d0e8-3544-41d3-aac6-934c309faf5a</vt:lpwstr>
  </property>
  <property fmtid="{D5CDD505-2E9C-101B-9397-08002B2CF9AE}" pid="27" name="MSIP_Label_a15a25aa-e944-415d-b7a7-40f6b9180b6b_ActionId">
    <vt:lpwstr>73b1d637-b020-4fda-a205-ff5e02ff8705</vt:lpwstr>
  </property>
  <property fmtid="{D5CDD505-2E9C-101B-9397-08002B2CF9AE}" pid="28" name="MSIP_Label_a15a25aa-e944-415d-b7a7-40f6b9180b6b_ContentBits">
    <vt:lpwstr>0</vt:lpwstr>
  </property>
</Properties>
</file>
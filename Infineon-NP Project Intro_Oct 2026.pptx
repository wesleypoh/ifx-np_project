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4.xml" ContentType="application/vnd.openxmlformats-officedocument.theme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heme/theme5.xml" ContentType="application/vnd.openxmlformats-officedocument.theme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heme/theme6.xml" ContentType="application/vnd.openxmlformats-officedocument.theme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notesSlides/notesSlide1.xml" ContentType="application/vnd.openxmlformats-officedocument.presentationml.notesSlide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5"/>
    <p:sldMasterId id="2147483757" r:id="rId6"/>
    <p:sldMasterId id="2147483776" r:id="rId7"/>
    <p:sldMasterId id="2147483797" r:id="rId8"/>
  </p:sldMasterIdLst>
  <p:notesMasterIdLst>
    <p:notesMasterId r:id="rId22"/>
  </p:notesMasterIdLst>
  <p:handoutMasterIdLst>
    <p:handoutMasterId r:id="rId23"/>
  </p:handoutMasterIdLst>
  <p:sldIdLst>
    <p:sldId id="267" r:id="rId9"/>
    <p:sldId id="2147480902" r:id="rId10"/>
    <p:sldId id="349" r:id="rId11"/>
    <p:sldId id="350" r:id="rId12"/>
    <p:sldId id="2147480903" r:id="rId13"/>
    <p:sldId id="291" r:id="rId14"/>
    <p:sldId id="290" r:id="rId15"/>
    <p:sldId id="2147480838" r:id="rId16"/>
    <p:sldId id="2147475816" r:id="rId17"/>
    <p:sldId id="2147480901" r:id="rId18"/>
    <p:sldId id="2147480837" r:id="rId19"/>
    <p:sldId id="356" r:id="rId20"/>
    <p:sldId id="257" r:id="rId21"/>
  </p:sldIdLst>
  <p:sldSz cx="12192000" cy="6858000"/>
  <p:notesSz cx="7099300" cy="10234613"/>
  <p:custDataLst>
    <p:tags r:id="rId2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7">
          <p15:clr>
            <a:srgbClr val="A4A3A4"/>
          </p15:clr>
        </p15:guide>
        <p15:guide id="2" orient="horz" pos="638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6262">
          <p15:clr>
            <a:srgbClr val="A4A3A4"/>
          </p15:clr>
        </p15:guide>
        <p15:guide id="5" pos="4186">
          <p15:clr>
            <a:srgbClr val="A4A3A4"/>
          </p15:clr>
        </p15:guide>
        <p15:guide id="6" pos="286">
          <p15:clr>
            <a:srgbClr val="A4A3A4"/>
          </p15:clr>
        </p15:guide>
        <p15:guide id="7" pos="830">
          <p15:clr>
            <a:srgbClr val="A4A3A4"/>
          </p15:clr>
        </p15:guide>
        <p15:guide id="8" pos="38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81" autoAdjust="0"/>
    <p:restoredTop sz="94696" autoAdjust="0"/>
  </p:normalViewPr>
  <p:slideViewPr>
    <p:cSldViewPr snapToObjects="1" showGuides="1">
      <p:cViewPr>
        <p:scale>
          <a:sx n="90" d="100"/>
          <a:sy n="90" d="100"/>
        </p:scale>
        <p:origin x="413" y="18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7"/>
        <p:guide orient="horz" pos="638"/>
        <p:guide orient="horz" pos="453"/>
        <p:guide orient="horz" pos="6262"/>
        <p:guide pos="4186"/>
        <p:guide pos="286"/>
        <p:guide pos="830"/>
        <p:guide pos="38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tags" Target="tags/tag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7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788.xml"/><Relationship Id="rId3" Type="http://schemas.openxmlformats.org/officeDocument/2006/relationships/tags" Target="../tags/tag783.xml"/><Relationship Id="rId7" Type="http://schemas.openxmlformats.org/officeDocument/2006/relationships/tags" Target="../tags/tag787.xml"/><Relationship Id="rId12" Type="http://schemas.openxmlformats.org/officeDocument/2006/relationships/image" Target="../media/image14.png"/><Relationship Id="rId2" Type="http://schemas.openxmlformats.org/officeDocument/2006/relationships/tags" Target="../tags/tag782.xml"/><Relationship Id="rId1" Type="http://schemas.openxmlformats.org/officeDocument/2006/relationships/theme" Target="../theme/theme6.xml"/><Relationship Id="rId6" Type="http://schemas.openxmlformats.org/officeDocument/2006/relationships/tags" Target="../tags/tag786.xml"/><Relationship Id="rId11" Type="http://schemas.openxmlformats.org/officeDocument/2006/relationships/tags" Target="../tags/tag791.xml"/><Relationship Id="rId5" Type="http://schemas.openxmlformats.org/officeDocument/2006/relationships/tags" Target="../tags/tag785.xml"/><Relationship Id="rId10" Type="http://schemas.openxmlformats.org/officeDocument/2006/relationships/tags" Target="../tags/tag790.xml"/><Relationship Id="rId4" Type="http://schemas.openxmlformats.org/officeDocument/2006/relationships/tags" Target="../tags/tag784.xml"/><Relationship Id="rId9" Type="http://schemas.openxmlformats.org/officeDocument/2006/relationships/tags" Target="../tags/tag78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7922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‹#›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89310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37922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89310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2023.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 dirty="0" err="1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89309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18 Mrz 2023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778.xml"/><Relationship Id="rId3" Type="http://schemas.openxmlformats.org/officeDocument/2006/relationships/tags" Target="../tags/tag773.xml"/><Relationship Id="rId7" Type="http://schemas.openxmlformats.org/officeDocument/2006/relationships/tags" Target="../tags/tag777.xml"/><Relationship Id="rId12" Type="http://schemas.openxmlformats.org/officeDocument/2006/relationships/image" Target="../media/image14.png"/><Relationship Id="rId2" Type="http://schemas.openxmlformats.org/officeDocument/2006/relationships/tags" Target="../tags/tag772.xml"/><Relationship Id="rId1" Type="http://schemas.openxmlformats.org/officeDocument/2006/relationships/theme" Target="../theme/theme5.xml"/><Relationship Id="rId6" Type="http://schemas.openxmlformats.org/officeDocument/2006/relationships/tags" Target="../tags/tag776.xml"/><Relationship Id="rId11" Type="http://schemas.openxmlformats.org/officeDocument/2006/relationships/tags" Target="../tags/tag781.xml"/><Relationship Id="rId5" Type="http://schemas.openxmlformats.org/officeDocument/2006/relationships/tags" Target="../tags/tag775.xml"/><Relationship Id="rId10" Type="http://schemas.openxmlformats.org/officeDocument/2006/relationships/tags" Target="../tags/tag780.xml"/><Relationship Id="rId4" Type="http://schemas.openxmlformats.org/officeDocument/2006/relationships/tags" Target="../tags/tag774.xml"/><Relationship Id="rId9" Type="http://schemas.openxmlformats.org/officeDocument/2006/relationships/tags" Target="../tags/tag77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1012825"/>
            <a:ext cx="6191250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3306" y="4757266"/>
            <a:ext cx="6191968" cy="47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6033274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53306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73274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53306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2023.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attention_placeholder" hidden="1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 dirty="0" err="1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53306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18 Mrz 2023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8F38413D-F4DF-4C38-AFA5-F789B0753B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9794B9C6-1675-47CB-91BB-DFEC5ED642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AF2E097-63B0-454A-A53D-56A7FFB86CD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D09D5-A7BD-4039-9748-FC9BF8CF13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b="0"/>
              <a:t>Copyright © Infineon Technologies AG 2020. All rights reserved.</a:t>
            </a:r>
          </a:p>
          <a:p>
            <a:pPr>
              <a:defRPr/>
            </a:pPr>
            <a:r>
              <a:rPr lang="en-US"/>
              <a:t>restricted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CD9D1DE-AF05-4E57-8448-78AD3ECC0D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2020-09-28</a:t>
            </a:r>
          </a:p>
          <a:p>
            <a:pPr>
              <a:defRPr/>
            </a:pPr>
            <a:endParaRPr lang="en-US"/>
          </a:p>
        </p:txBody>
      </p:sp>
      <p:sp>
        <p:nvSpPr>
          <p:cNvPr id="40967" name="Slide Number Placeholder 6">
            <a:extLst>
              <a:ext uri="{FF2B5EF4-FFF2-40B4-BE49-F238E27FC236}">
                <a16:creationId xmlns:a16="http://schemas.microsoft.com/office/drawing/2014/main" id="{1CA179E7-E955-4B87-AB3C-B95704E3F8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fld id="{7B546C25-9E03-4656-8616-D74BA2B5C963}" type="slidenum">
              <a:rPr lang="en-US" altLang="de-DE" sz="800">
                <a:solidFill>
                  <a:srgbClr val="928285"/>
                </a:solidFill>
              </a:rPr>
              <a:pPr/>
              <a:t>8</a:t>
            </a:fld>
            <a:endParaRPr lang="en-US" altLang="de-DE" sz="800">
              <a:solidFill>
                <a:srgbClr val="928285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7CCBA994-A13D-45BE-AACF-3DA8311E21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0298578C-62D4-41E6-9770-21ACFCFB84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buFontTx/>
              <a:buChar char="•"/>
            </a:pPr>
            <a:endParaRPr lang="de-DE" altLang="de-DE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FED9BF1-F7C2-4C24-ADE5-3A92D5D81B7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6A1E5-B288-4E50-B3FA-62BBB5516D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b="0"/>
              <a:t>Copyright © Infineon Technologies AG 2020. All rights reserved.</a:t>
            </a:r>
          </a:p>
          <a:p>
            <a:pPr>
              <a:defRPr/>
            </a:pPr>
            <a:r>
              <a:rPr lang="en-US"/>
              <a:t>restricted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D6DC31E-BECE-4FF8-9045-74D661E52C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2020-09-28</a:t>
            </a:r>
          </a:p>
          <a:p>
            <a:pPr>
              <a:defRPr/>
            </a:pPr>
            <a:endParaRPr lang="en-US"/>
          </a:p>
        </p:txBody>
      </p:sp>
      <p:sp>
        <p:nvSpPr>
          <p:cNvPr id="53255" name="Slide Number Placeholder 6">
            <a:extLst>
              <a:ext uri="{FF2B5EF4-FFF2-40B4-BE49-F238E27FC236}">
                <a16:creationId xmlns:a16="http://schemas.microsoft.com/office/drawing/2014/main" id="{593A7D17-A3DD-43DF-8CEA-8120BCBCA6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fld id="{8D2D169C-7A9C-42BA-92E6-D60047062494}" type="slidenum">
              <a:rPr lang="en-US" altLang="de-DE" sz="800">
                <a:solidFill>
                  <a:srgbClr val="928285"/>
                </a:solidFill>
              </a:rPr>
              <a:pPr/>
              <a:t>12</a:t>
            </a:fld>
            <a:endParaRPr lang="en-US" altLang="de-DE" sz="800">
              <a:solidFill>
                <a:srgbClr val="928285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image" Target="../media/image1.png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2.jp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image" Target="../media/image1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3.jpg"/><Relationship Id="rId5" Type="http://schemas.openxmlformats.org/officeDocument/2006/relationships/tags" Target="../tags/tag2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.xml"/><Relationship Id="rId9" Type="http://schemas.openxmlformats.org/officeDocument/2006/relationships/tags" Target="../tags/tag24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1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9.xml"/><Relationship Id="rId10" Type="http://schemas.openxmlformats.org/officeDocument/2006/relationships/tags" Target="../tags/tag34.xml"/><Relationship Id="rId4" Type="http://schemas.openxmlformats.org/officeDocument/2006/relationships/tags" Target="../tags/tag28.xml"/><Relationship Id="rId9" Type="http://schemas.openxmlformats.org/officeDocument/2006/relationships/tags" Target="../tags/tag33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tags" Target="../tags/tag107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5" Type="http://schemas.openxmlformats.org/officeDocument/2006/relationships/tags" Target="../tags/tag99.xml"/><Relationship Id="rId10" Type="http://schemas.openxmlformats.org/officeDocument/2006/relationships/tags" Target="../tags/tag104.xml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tags" Target="../tags/tag120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12" Type="http://schemas.openxmlformats.org/officeDocument/2006/relationships/tags" Target="../tags/tag119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5" Type="http://schemas.openxmlformats.org/officeDocument/2006/relationships/tags" Target="../tags/tag112.xml"/><Relationship Id="rId10" Type="http://schemas.openxmlformats.org/officeDocument/2006/relationships/tags" Target="../tags/tag117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tags" Target="../tags/tag133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5" Type="http://schemas.openxmlformats.org/officeDocument/2006/relationships/tags" Target="../tags/tag125.xml"/><Relationship Id="rId10" Type="http://schemas.openxmlformats.org/officeDocument/2006/relationships/tags" Target="../tags/tag130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tags" Target="../tags/tag146.xml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tags" Target="../tags/tag145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5" Type="http://schemas.openxmlformats.org/officeDocument/2006/relationships/tags" Target="../tags/tag138.xml"/><Relationship Id="rId10" Type="http://schemas.openxmlformats.org/officeDocument/2006/relationships/tags" Target="../tags/tag143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13" Type="http://schemas.openxmlformats.org/officeDocument/2006/relationships/tags" Target="../tags/tag172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tags" Target="../tags/tag171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Relationship Id="rId1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12" Type="http://schemas.openxmlformats.org/officeDocument/2006/relationships/tags" Target="../tags/tag184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tags" Target="../tags/tag183.xml"/><Relationship Id="rId5" Type="http://schemas.openxmlformats.org/officeDocument/2006/relationships/tags" Target="../tags/tag177.xml"/><Relationship Id="rId10" Type="http://schemas.openxmlformats.org/officeDocument/2006/relationships/tags" Target="../tags/tag182.xml"/><Relationship Id="rId4" Type="http://schemas.openxmlformats.org/officeDocument/2006/relationships/tags" Target="../tags/tag176.xml"/><Relationship Id="rId9" Type="http://schemas.openxmlformats.org/officeDocument/2006/relationships/tags" Target="../tags/tag18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91.xml"/><Relationship Id="rId7" Type="http://schemas.openxmlformats.org/officeDocument/2006/relationships/image" Target="../media/image1.png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93.xml"/><Relationship Id="rId4" Type="http://schemas.openxmlformats.org/officeDocument/2006/relationships/tags" Target="../tags/tag19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05.xml"/><Relationship Id="rId13" Type="http://schemas.openxmlformats.org/officeDocument/2006/relationships/image" Target="../media/image1.png"/><Relationship Id="rId3" Type="http://schemas.openxmlformats.org/officeDocument/2006/relationships/tags" Target="../tags/tag200.xml"/><Relationship Id="rId7" Type="http://schemas.openxmlformats.org/officeDocument/2006/relationships/tags" Target="../tags/tag204.xml"/><Relationship Id="rId12" Type="http://schemas.openxmlformats.org/officeDocument/2006/relationships/image" Target="../media/image2.jpg"/><Relationship Id="rId2" Type="http://schemas.openxmlformats.org/officeDocument/2006/relationships/tags" Target="../tags/tag199.xml"/><Relationship Id="rId1" Type="http://schemas.openxmlformats.org/officeDocument/2006/relationships/tags" Target="../tags/tag198.xml"/><Relationship Id="rId6" Type="http://schemas.openxmlformats.org/officeDocument/2006/relationships/tags" Target="../tags/tag203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02.xml"/><Relationship Id="rId10" Type="http://schemas.openxmlformats.org/officeDocument/2006/relationships/tags" Target="../tags/tag207.xml"/><Relationship Id="rId4" Type="http://schemas.openxmlformats.org/officeDocument/2006/relationships/tags" Target="../tags/tag201.xml"/><Relationship Id="rId9" Type="http://schemas.openxmlformats.org/officeDocument/2006/relationships/tags" Target="../tags/tag206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15.xml"/><Relationship Id="rId3" Type="http://schemas.openxmlformats.org/officeDocument/2006/relationships/tags" Target="../tags/tag210.xml"/><Relationship Id="rId7" Type="http://schemas.openxmlformats.org/officeDocument/2006/relationships/tags" Target="../tags/tag214.xml"/><Relationship Id="rId12" Type="http://schemas.openxmlformats.org/officeDocument/2006/relationships/image" Target="../media/image1.png"/><Relationship Id="rId2" Type="http://schemas.openxmlformats.org/officeDocument/2006/relationships/tags" Target="../tags/tag209.xml"/><Relationship Id="rId1" Type="http://schemas.openxmlformats.org/officeDocument/2006/relationships/tags" Target="../tags/tag208.xml"/><Relationship Id="rId6" Type="http://schemas.openxmlformats.org/officeDocument/2006/relationships/tags" Target="../tags/tag213.xml"/><Relationship Id="rId11" Type="http://schemas.openxmlformats.org/officeDocument/2006/relationships/image" Target="../media/image3.jpg"/><Relationship Id="rId5" Type="http://schemas.openxmlformats.org/officeDocument/2006/relationships/tags" Target="../tags/tag212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11.xml"/><Relationship Id="rId9" Type="http://schemas.openxmlformats.org/officeDocument/2006/relationships/tags" Target="../tags/tag216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24.xml"/><Relationship Id="rId3" Type="http://schemas.openxmlformats.org/officeDocument/2006/relationships/tags" Target="../tags/tag219.xml"/><Relationship Id="rId7" Type="http://schemas.openxmlformats.org/officeDocument/2006/relationships/tags" Target="../tags/tag223.xml"/><Relationship Id="rId12" Type="http://schemas.openxmlformats.org/officeDocument/2006/relationships/image" Target="../media/image1.png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6" Type="http://schemas.openxmlformats.org/officeDocument/2006/relationships/tags" Target="../tags/tag222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21.xml"/><Relationship Id="rId10" Type="http://schemas.openxmlformats.org/officeDocument/2006/relationships/tags" Target="../tags/tag226.xml"/><Relationship Id="rId4" Type="http://schemas.openxmlformats.org/officeDocument/2006/relationships/tags" Target="../tags/tag220.xml"/><Relationship Id="rId9" Type="http://schemas.openxmlformats.org/officeDocument/2006/relationships/tags" Target="../tags/tag225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13" Type="http://schemas.openxmlformats.org/officeDocument/2006/relationships/tags" Target="../tags/tag239.xml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12" Type="http://schemas.openxmlformats.org/officeDocument/2006/relationships/tags" Target="../tags/tag238.xml"/><Relationship Id="rId2" Type="http://schemas.openxmlformats.org/officeDocument/2006/relationships/tags" Target="../tags/tag228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tags" Target="../tags/tag237.xml"/><Relationship Id="rId5" Type="http://schemas.openxmlformats.org/officeDocument/2006/relationships/tags" Target="../tags/tag231.xml"/><Relationship Id="rId10" Type="http://schemas.openxmlformats.org/officeDocument/2006/relationships/tags" Target="../tags/tag236.xml"/><Relationship Id="rId4" Type="http://schemas.openxmlformats.org/officeDocument/2006/relationships/tags" Target="../tags/tag230.xml"/><Relationship Id="rId9" Type="http://schemas.openxmlformats.org/officeDocument/2006/relationships/tags" Target="../tags/tag235.xml"/><Relationship Id="rId14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47.xml"/><Relationship Id="rId13" Type="http://schemas.openxmlformats.org/officeDocument/2006/relationships/tags" Target="../tags/tag252.xml"/><Relationship Id="rId3" Type="http://schemas.openxmlformats.org/officeDocument/2006/relationships/tags" Target="../tags/tag242.xml"/><Relationship Id="rId7" Type="http://schemas.openxmlformats.org/officeDocument/2006/relationships/tags" Target="../tags/tag246.xml"/><Relationship Id="rId12" Type="http://schemas.openxmlformats.org/officeDocument/2006/relationships/tags" Target="../tags/tag251.xml"/><Relationship Id="rId2" Type="http://schemas.openxmlformats.org/officeDocument/2006/relationships/tags" Target="../tags/tag241.xml"/><Relationship Id="rId1" Type="http://schemas.openxmlformats.org/officeDocument/2006/relationships/tags" Target="../tags/tag240.xml"/><Relationship Id="rId6" Type="http://schemas.openxmlformats.org/officeDocument/2006/relationships/tags" Target="../tags/tag245.xml"/><Relationship Id="rId11" Type="http://schemas.openxmlformats.org/officeDocument/2006/relationships/tags" Target="../tags/tag250.xml"/><Relationship Id="rId5" Type="http://schemas.openxmlformats.org/officeDocument/2006/relationships/tags" Target="../tags/tag244.xml"/><Relationship Id="rId10" Type="http://schemas.openxmlformats.org/officeDocument/2006/relationships/tags" Target="../tags/tag249.xml"/><Relationship Id="rId4" Type="http://schemas.openxmlformats.org/officeDocument/2006/relationships/tags" Target="../tags/tag243.xml"/><Relationship Id="rId9" Type="http://schemas.openxmlformats.org/officeDocument/2006/relationships/tags" Target="../tags/tag248.xml"/><Relationship Id="rId14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60.xml"/><Relationship Id="rId13" Type="http://schemas.openxmlformats.org/officeDocument/2006/relationships/tags" Target="../tags/tag265.xml"/><Relationship Id="rId3" Type="http://schemas.openxmlformats.org/officeDocument/2006/relationships/tags" Target="../tags/tag255.xml"/><Relationship Id="rId7" Type="http://schemas.openxmlformats.org/officeDocument/2006/relationships/tags" Target="../tags/tag259.xml"/><Relationship Id="rId12" Type="http://schemas.openxmlformats.org/officeDocument/2006/relationships/tags" Target="../tags/tag264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6" Type="http://schemas.openxmlformats.org/officeDocument/2006/relationships/tags" Target="../tags/tag258.xml"/><Relationship Id="rId11" Type="http://schemas.openxmlformats.org/officeDocument/2006/relationships/tags" Target="../tags/tag263.xml"/><Relationship Id="rId5" Type="http://schemas.openxmlformats.org/officeDocument/2006/relationships/tags" Target="../tags/tag257.xml"/><Relationship Id="rId10" Type="http://schemas.openxmlformats.org/officeDocument/2006/relationships/tags" Target="../tags/tag262.xml"/><Relationship Id="rId4" Type="http://schemas.openxmlformats.org/officeDocument/2006/relationships/tags" Target="../tags/tag256.xml"/><Relationship Id="rId9" Type="http://schemas.openxmlformats.org/officeDocument/2006/relationships/tags" Target="../tags/tag261.xml"/><Relationship Id="rId14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" Type="http://schemas.openxmlformats.org/officeDocument/2006/relationships/tags" Target="../tags/tag26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70.xml"/><Relationship Id="rId4" Type="http://schemas.openxmlformats.org/officeDocument/2006/relationships/tags" Target="../tags/tag269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81.xml"/><Relationship Id="rId13" Type="http://schemas.openxmlformats.org/officeDocument/2006/relationships/tags" Target="../tags/tag286.xml"/><Relationship Id="rId3" Type="http://schemas.openxmlformats.org/officeDocument/2006/relationships/tags" Target="../tags/tag276.xml"/><Relationship Id="rId7" Type="http://schemas.openxmlformats.org/officeDocument/2006/relationships/tags" Target="../tags/tag280.xml"/><Relationship Id="rId12" Type="http://schemas.openxmlformats.org/officeDocument/2006/relationships/tags" Target="../tags/tag285.xml"/><Relationship Id="rId2" Type="http://schemas.openxmlformats.org/officeDocument/2006/relationships/tags" Target="../tags/tag275.xml"/><Relationship Id="rId1" Type="http://schemas.openxmlformats.org/officeDocument/2006/relationships/tags" Target="../tags/tag274.xml"/><Relationship Id="rId6" Type="http://schemas.openxmlformats.org/officeDocument/2006/relationships/tags" Target="../tags/tag279.xml"/><Relationship Id="rId11" Type="http://schemas.openxmlformats.org/officeDocument/2006/relationships/tags" Target="../tags/tag284.xml"/><Relationship Id="rId5" Type="http://schemas.openxmlformats.org/officeDocument/2006/relationships/tags" Target="../tags/tag278.xml"/><Relationship Id="rId10" Type="http://schemas.openxmlformats.org/officeDocument/2006/relationships/tags" Target="../tags/tag283.xml"/><Relationship Id="rId4" Type="http://schemas.openxmlformats.org/officeDocument/2006/relationships/tags" Target="../tags/tag277.xml"/><Relationship Id="rId9" Type="http://schemas.openxmlformats.org/officeDocument/2006/relationships/tags" Target="../tags/tag282.xml"/><Relationship Id="rId14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94.xml"/><Relationship Id="rId13" Type="http://schemas.openxmlformats.org/officeDocument/2006/relationships/tags" Target="../tags/tag299.xml"/><Relationship Id="rId3" Type="http://schemas.openxmlformats.org/officeDocument/2006/relationships/tags" Target="../tags/tag289.xml"/><Relationship Id="rId7" Type="http://schemas.openxmlformats.org/officeDocument/2006/relationships/tags" Target="../tags/tag293.xml"/><Relationship Id="rId12" Type="http://schemas.openxmlformats.org/officeDocument/2006/relationships/tags" Target="../tags/tag298.xml"/><Relationship Id="rId2" Type="http://schemas.openxmlformats.org/officeDocument/2006/relationships/tags" Target="../tags/tag288.xml"/><Relationship Id="rId1" Type="http://schemas.openxmlformats.org/officeDocument/2006/relationships/tags" Target="../tags/tag287.xml"/><Relationship Id="rId6" Type="http://schemas.openxmlformats.org/officeDocument/2006/relationships/tags" Target="../tags/tag292.xml"/><Relationship Id="rId11" Type="http://schemas.openxmlformats.org/officeDocument/2006/relationships/tags" Target="../tags/tag297.xml"/><Relationship Id="rId5" Type="http://schemas.openxmlformats.org/officeDocument/2006/relationships/tags" Target="../tags/tag291.xml"/><Relationship Id="rId10" Type="http://schemas.openxmlformats.org/officeDocument/2006/relationships/tags" Target="../tags/tag296.xml"/><Relationship Id="rId4" Type="http://schemas.openxmlformats.org/officeDocument/2006/relationships/tags" Target="../tags/tag290.xml"/><Relationship Id="rId9" Type="http://schemas.openxmlformats.org/officeDocument/2006/relationships/tags" Target="../tags/tag295.xml"/><Relationship Id="rId14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307.xml"/><Relationship Id="rId13" Type="http://schemas.openxmlformats.org/officeDocument/2006/relationships/tags" Target="../tags/tag312.xml"/><Relationship Id="rId3" Type="http://schemas.openxmlformats.org/officeDocument/2006/relationships/tags" Target="../tags/tag302.xml"/><Relationship Id="rId7" Type="http://schemas.openxmlformats.org/officeDocument/2006/relationships/tags" Target="../tags/tag306.xml"/><Relationship Id="rId12" Type="http://schemas.openxmlformats.org/officeDocument/2006/relationships/tags" Target="../tags/tag311.xml"/><Relationship Id="rId2" Type="http://schemas.openxmlformats.org/officeDocument/2006/relationships/tags" Target="../tags/tag301.xml"/><Relationship Id="rId1" Type="http://schemas.openxmlformats.org/officeDocument/2006/relationships/tags" Target="../tags/tag300.xml"/><Relationship Id="rId6" Type="http://schemas.openxmlformats.org/officeDocument/2006/relationships/tags" Target="../tags/tag305.xml"/><Relationship Id="rId11" Type="http://schemas.openxmlformats.org/officeDocument/2006/relationships/tags" Target="../tags/tag310.xml"/><Relationship Id="rId5" Type="http://schemas.openxmlformats.org/officeDocument/2006/relationships/tags" Target="../tags/tag304.xml"/><Relationship Id="rId10" Type="http://schemas.openxmlformats.org/officeDocument/2006/relationships/tags" Target="../tags/tag309.xml"/><Relationship Id="rId4" Type="http://schemas.openxmlformats.org/officeDocument/2006/relationships/tags" Target="../tags/tag303.xml"/><Relationship Id="rId9" Type="http://schemas.openxmlformats.org/officeDocument/2006/relationships/tags" Target="../tags/tag308.xml"/><Relationship Id="rId14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320.xml"/><Relationship Id="rId13" Type="http://schemas.openxmlformats.org/officeDocument/2006/relationships/tags" Target="../tags/tag325.xml"/><Relationship Id="rId3" Type="http://schemas.openxmlformats.org/officeDocument/2006/relationships/tags" Target="../tags/tag315.xml"/><Relationship Id="rId7" Type="http://schemas.openxmlformats.org/officeDocument/2006/relationships/tags" Target="../tags/tag319.xml"/><Relationship Id="rId12" Type="http://schemas.openxmlformats.org/officeDocument/2006/relationships/tags" Target="../tags/tag324.xml"/><Relationship Id="rId2" Type="http://schemas.openxmlformats.org/officeDocument/2006/relationships/tags" Target="../tags/tag314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11" Type="http://schemas.openxmlformats.org/officeDocument/2006/relationships/tags" Target="../tags/tag323.xml"/><Relationship Id="rId5" Type="http://schemas.openxmlformats.org/officeDocument/2006/relationships/tags" Target="../tags/tag317.xml"/><Relationship Id="rId10" Type="http://schemas.openxmlformats.org/officeDocument/2006/relationships/tags" Target="../tags/tag322.xml"/><Relationship Id="rId4" Type="http://schemas.openxmlformats.org/officeDocument/2006/relationships/tags" Target="../tags/tag316.xml"/><Relationship Id="rId9" Type="http://schemas.openxmlformats.org/officeDocument/2006/relationships/tags" Target="../tags/tag321.xml"/><Relationship Id="rId14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333.xml"/><Relationship Id="rId13" Type="http://schemas.openxmlformats.org/officeDocument/2006/relationships/tags" Target="../tags/tag338.xml"/><Relationship Id="rId3" Type="http://schemas.openxmlformats.org/officeDocument/2006/relationships/tags" Target="../tags/tag328.xml"/><Relationship Id="rId7" Type="http://schemas.openxmlformats.org/officeDocument/2006/relationships/tags" Target="../tags/tag332.xml"/><Relationship Id="rId12" Type="http://schemas.openxmlformats.org/officeDocument/2006/relationships/tags" Target="../tags/tag337.xml"/><Relationship Id="rId2" Type="http://schemas.openxmlformats.org/officeDocument/2006/relationships/tags" Target="../tags/tag327.xml"/><Relationship Id="rId1" Type="http://schemas.openxmlformats.org/officeDocument/2006/relationships/tags" Target="../tags/tag326.xml"/><Relationship Id="rId6" Type="http://schemas.openxmlformats.org/officeDocument/2006/relationships/tags" Target="../tags/tag331.xml"/><Relationship Id="rId11" Type="http://schemas.openxmlformats.org/officeDocument/2006/relationships/tags" Target="../tags/tag336.xml"/><Relationship Id="rId5" Type="http://schemas.openxmlformats.org/officeDocument/2006/relationships/tags" Target="../tags/tag330.xml"/><Relationship Id="rId10" Type="http://schemas.openxmlformats.org/officeDocument/2006/relationships/tags" Target="../tags/tag335.xml"/><Relationship Id="rId4" Type="http://schemas.openxmlformats.org/officeDocument/2006/relationships/tags" Target="../tags/tag329.xml"/><Relationship Id="rId9" Type="http://schemas.openxmlformats.org/officeDocument/2006/relationships/tags" Target="../tags/tag334.xml"/><Relationship Id="rId14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346.xml"/><Relationship Id="rId13" Type="http://schemas.openxmlformats.org/officeDocument/2006/relationships/tags" Target="../tags/tag351.xml"/><Relationship Id="rId3" Type="http://schemas.openxmlformats.org/officeDocument/2006/relationships/tags" Target="../tags/tag341.xml"/><Relationship Id="rId7" Type="http://schemas.openxmlformats.org/officeDocument/2006/relationships/tags" Target="../tags/tag345.xml"/><Relationship Id="rId12" Type="http://schemas.openxmlformats.org/officeDocument/2006/relationships/tags" Target="../tags/tag350.xml"/><Relationship Id="rId2" Type="http://schemas.openxmlformats.org/officeDocument/2006/relationships/tags" Target="../tags/tag340.xml"/><Relationship Id="rId1" Type="http://schemas.openxmlformats.org/officeDocument/2006/relationships/tags" Target="../tags/tag339.xml"/><Relationship Id="rId6" Type="http://schemas.openxmlformats.org/officeDocument/2006/relationships/tags" Target="../tags/tag344.xml"/><Relationship Id="rId11" Type="http://schemas.openxmlformats.org/officeDocument/2006/relationships/tags" Target="../tags/tag349.xml"/><Relationship Id="rId5" Type="http://schemas.openxmlformats.org/officeDocument/2006/relationships/tags" Target="../tags/tag343.xml"/><Relationship Id="rId10" Type="http://schemas.openxmlformats.org/officeDocument/2006/relationships/tags" Target="../tags/tag348.xml"/><Relationship Id="rId4" Type="http://schemas.openxmlformats.org/officeDocument/2006/relationships/tags" Target="../tags/tag342.xml"/><Relationship Id="rId9" Type="http://schemas.openxmlformats.org/officeDocument/2006/relationships/tags" Target="../tags/tag347.xml"/><Relationship Id="rId14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359.xml"/><Relationship Id="rId13" Type="http://schemas.openxmlformats.org/officeDocument/2006/relationships/tags" Target="../tags/tag364.xml"/><Relationship Id="rId3" Type="http://schemas.openxmlformats.org/officeDocument/2006/relationships/tags" Target="../tags/tag354.xml"/><Relationship Id="rId7" Type="http://schemas.openxmlformats.org/officeDocument/2006/relationships/tags" Target="../tags/tag358.xml"/><Relationship Id="rId12" Type="http://schemas.openxmlformats.org/officeDocument/2006/relationships/tags" Target="../tags/tag363.xml"/><Relationship Id="rId2" Type="http://schemas.openxmlformats.org/officeDocument/2006/relationships/tags" Target="../tags/tag353.xml"/><Relationship Id="rId1" Type="http://schemas.openxmlformats.org/officeDocument/2006/relationships/tags" Target="../tags/tag352.xml"/><Relationship Id="rId6" Type="http://schemas.openxmlformats.org/officeDocument/2006/relationships/tags" Target="../tags/tag357.xml"/><Relationship Id="rId11" Type="http://schemas.openxmlformats.org/officeDocument/2006/relationships/tags" Target="../tags/tag362.xml"/><Relationship Id="rId5" Type="http://schemas.openxmlformats.org/officeDocument/2006/relationships/tags" Target="../tags/tag356.xml"/><Relationship Id="rId10" Type="http://schemas.openxmlformats.org/officeDocument/2006/relationships/tags" Target="../tags/tag361.xml"/><Relationship Id="rId4" Type="http://schemas.openxmlformats.org/officeDocument/2006/relationships/tags" Target="../tags/tag355.xml"/><Relationship Id="rId9" Type="http://schemas.openxmlformats.org/officeDocument/2006/relationships/tags" Target="../tags/tag360.xml"/><Relationship Id="rId14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372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367.xml"/><Relationship Id="rId7" Type="http://schemas.openxmlformats.org/officeDocument/2006/relationships/tags" Target="../tags/tag371.xml"/><Relationship Id="rId12" Type="http://schemas.openxmlformats.org/officeDocument/2006/relationships/tags" Target="../tags/tag376.xml"/><Relationship Id="rId2" Type="http://schemas.openxmlformats.org/officeDocument/2006/relationships/tags" Target="../tags/tag366.xml"/><Relationship Id="rId1" Type="http://schemas.openxmlformats.org/officeDocument/2006/relationships/tags" Target="../tags/tag365.xml"/><Relationship Id="rId6" Type="http://schemas.openxmlformats.org/officeDocument/2006/relationships/tags" Target="../tags/tag370.xml"/><Relationship Id="rId11" Type="http://schemas.openxmlformats.org/officeDocument/2006/relationships/tags" Target="../tags/tag375.xml"/><Relationship Id="rId5" Type="http://schemas.openxmlformats.org/officeDocument/2006/relationships/tags" Target="../tags/tag369.xml"/><Relationship Id="rId10" Type="http://schemas.openxmlformats.org/officeDocument/2006/relationships/tags" Target="../tags/tag374.xml"/><Relationship Id="rId4" Type="http://schemas.openxmlformats.org/officeDocument/2006/relationships/tags" Target="../tags/tag368.xml"/><Relationship Id="rId9" Type="http://schemas.openxmlformats.org/officeDocument/2006/relationships/tags" Target="../tags/tag37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" Type="http://schemas.openxmlformats.org/officeDocument/2006/relationships/tags" Target="../tags/tag37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80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383.xml"/><Relationship Id="rId7" Type="http://schemas.openxmlformats.org/officeDocument/2006/relationships/image" Target="../media/image1.png"/><Relationship Id="rId2" Type="http://schemas.openxmlformats.org/officeDocument/2006/relationships/tags" Target="../tags/tag382.xml"/><Relationship Id="rId1" Type="http://schemas.openxmlformats.org/officeDocument/2006/relationships/tags" Target="../tags/tag38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85.xml"/><Relationship Id="rId4" Type="http://schemas.openxmlformats.org/officeDocument/2006/relationships/tags" Target="../tags/tag384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397.xml"/><Relationship Id="rId3" Type="http://schemas.openxmlformats.org/officeDocument/2006/relationships/tags" Target="../tags/tag392.xml"/><Relationship Id="rId7" Type="http://schemas.openxmlformats.org/officeDocument/2006/relationships/tags" Target="../tags/tag396.xml"/><Relationship Id="rId12" Type="http://schemas.openxmlformats.org/officeDocument/2006/relationships/image" Target="../media/image6.png"/><Relationship Id="rId2" Type="http://schemas.openxmlformats.org/officeDocument/2006/relationships/tags" Target="../tags/tag391.xml"/><Relationship Id="rId1" Type="http://schemas.openxmlformats.org/officeDocument/2006/relationships/tags" Target="../tags/tag390.xml"/><Relationship Id="rId6" Type="http://schemas.openxmlformats.org/officeDocument/2006/relationships/tags" Target="../tags/tag395.xml"/><Relationship Id="rId11" Type="http://schemas.openxmlformats.org/officeDocument/2006/relationships/image" Target="../media/image2.jpg"/><Relationship Id="rId5" Type="http://schemas.openxmlformats.org/officeDocument/2006/relationships/tags" Target="../tags/tag394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393.xml"/><Relationship Id="rId9" Type="http://schemas.openxmlformats.org/officeDocument/2006/relationships/tags" Target="../tags/tag398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406.xml"/><Relationship Id="rId13" Type="http://schemas.openxmlformats.org/officeDocument/2006/relationships/image" Target="../media/image9.png"/><Relationship Id="rId3" Type="http://schemas.openxmlformats.org/officeDocument/2006/relationships/tags" Target="../tags/tag401.xml"/><Relationship Id="rId7" Type="http://schemas.openxmlformats.org/officeDocument/2006/relationships/tags" Target="../tags/tag405.xml"/><Relationship Id="rId12" Type="http://schemas.openxmlformats.org/officeDocument/2006/relationships/image" Target="../media/image8.svg"/><Relationship Id="rId2" Type="http://schemas.openxmlformats.org/officeDocument/2006/relationships/tags" Target="../tags/tag400.xml"/><Relationship Id="rId1" Type="http://schemas.openxmlformats.org/officeDocument/2006/relationships/tags" Target="../tags/tag399.xml"/><Relationship Id="rId6" Type="http://schemas.openxmlformats.org/officeDocument/2006/relationships/tags" Target="../tags/tag404.xml"/><Relationship Id="rId11" Type="http://schemas.openxmlformats.org/officeDocument/2006/relationships/image" Target="../media/image7.jpeg"/><Relationship Id="rId5" Type="http://schemas.openxmlformats.org/officeDocument/2006/relationships/tags" Target="../tags/tag403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02.xml"/><Relationship Id="rId9" Type="http://schemas.openxmlformats.org/officeDocument/2006/relationships/tags" Target="../tags/tag407.xml"/><Relationship Id="rId14" Type="http://schemas.openxmlformats.org/officeDocument/2006/relationships/image" Target="../media/image10.pn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415.xml"/><Relationship Id="rId3" Type="http://schemas.openxmlformats.org/officeDocument/2006/relationships/tags" Target="../tags/tag410.xml"/><Relationship Id="rId7" Type="http://schemas.openxmlformats.org/officeDocument/2006/relationships/tags" Target="../tags/tag414.xml"/><Relationship Id="rId2" Type="http://schemas.openxmlformats.org/officeDocument/2006/relationships/tags" Target="../tags/tag409.xml"/><Relationship Id="rId1" Type="http://schemas.openxmlformats.org/officeDocument/2006/relationships/tags" Target="../tags/tag408.xml"/><Relationship Id="rId6" Type="http://schemas.openxmlformats.org/officeDocument/2006/relationships/tags" Target="../tags/tag413.xml"/><Relationship Id="rId11" Type="http://schemas.openxmlformats.org/officeDocument/2006/relationships/image" Target="../media/image6.png"/><Relationship Id="rId5" Type="http://schemas.openxmlformats.org/officeDocument/2006/relationships/tags" Target="../tags/tag412.xml"/><Relationship Id="rId10" Type="http://schemas.openxmlformats.org/officeDocument/2006/relationships/image" Target="../media/image3.jpg"/><Relationship Id="rId4" Type="http://schemas.openxmlformats.org/officeDocument/2006/relationships/tags" Target="../tags/tag411.xml"/><Relationship Id="rId9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423.xml"/><Relationship Id="rId13" Type="http://schemas.openxmlformats.org/officeDocument/2006/relationships/image" Target="../media/image10.png"/><Relationship Id="rId3" Type="http://schemas.openxmlformats.org/officeDocument/2006/relationships/tags" Target="../tags/tag418.xml"/><Relationship Id="rId7" Type="http://schemas.openxmlformats.org/officeDocument/2006/relationships/tags" Target="../tags/tag422.xml"/><Relationship Id="rId12" Type="http://schemas.openxmlformats.org/officeDocument/2006/relationships/image" Target="../media/image9.png"/><Relationship Id="rId2" Type="http://schemas.openxmlformats.org/officeDocument/2006/relationships/tags" Target="../tags/tag417.xml"/><Relationship Id="rId1" Type="http://schemas.openxmlformats.org/officeDocument/2006/relationships/tags" Target="../tags/tag416.xml"/><Relationship Id="rId6" Type="http://schemas.openxmlformats.org/officeDocument/2006/relationships/tags" Target="../tags/tag421.xml"/><Relationship Id="rId11" Type="http://schemas.openxmlformats.org/officeDocument/2006/relationships/image" Target="../media/image8.svg"/><Relationship Id="rId5" Type="http://schemas.openxmlformats.org/officeDocument/2006/relationships/tags" Target="../tags/tag420.xml"/><Relationship Id="rId10" Type="http://schemas.openxmlformats.org/officeDocument/2006/relationships/image" Target="../media/image11.jpeg"/><Relationship Id="rId4" Type="http://schemas.openxmlformats.org/officeDocument/2006/relationships/tags" Target="../tags/tag419.xml"/><Relationship Id="rId9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431.xml"/><Relationship Id="rId3" Type="http://schemas.openxmlformats.org/officeDocument/2006/relationships/tags" Target="../tags/tag426.xml"/><Relationship Id="rId7" Type="http://schemas.openxmlformats.org/officeDocument/2006/relationships/tags" Target="../tags/tag430.xml"/><Relationship Id="rId2" Type="http://schemas.openxmlformats.org/officeDocument/2006/relationships/tags" Target="../tags/tag425.xml"/><Relationship Id="rId1" Type="http://schemas.openxmlformats.org/officeDocument/2006/relationships/tags" Target="../tags/tag424.xml"/><Relationship Id="rId6" Type="http://schemas.openxmlformats.org/officeDocument/2006/relationships/tags" Target="../tags/tag429.xml"/><Relationship Id="rId11" Type="http://schemas.openxmlformats.org/officeDocument/2006/relationships/image" Target="../media/image6.png"/><Relationship Id="rId5" Type="http://schemas.openxmlformats.org/officeDocument/2006/relationships/tags" Target="../tags/tag428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27.xml"/><Relationship Id="rId9" Type="http://schemas.openxmlformats.org/officeDocument/2006/relationships/tags" Target="../tags/tag432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440.xml"/><Relationship Id="rId13" Type="http://schemas.openxmlformats.org/officeDocument/2006/relationships/slideMaster" Target="../slideMasters/slideMaster3.xml"/><Relationship Id="rId3" Type="http://schemas.openxmlformats.org/officeDocument/2006/relationships/tags" Target="../tags/tag435.xml"/><Relationship Id="rId7" Type="http://schemas.openxmlformats.org/officeDocument/2006/relationships/tags" Target="../tags/tag439.xml"/><Relationship Id="rId12" Type="http://schemas.openxmlformats.org/officeDocument/2006/relationships/tags" Target="../tags/tag444.xml"/><Relationship Id="rId2" Type="http://schemas.openxmlformats.org/officeDocument/2006/relationships/tags" Target="../tags/tag434.xml"/><Relationship Id="rId1" Type="http://schemas.openxmlformats.org/officeDocument/2006/relationships/tags" Target="../tags/tag433.xml"/><Relationship Id="rId6" Type="http://schemas.openxmlformats.org/officeDocument/2006/relationships/tags" Target="../tags/tag438.xml"/><Relationship Id="rId11" Type="http://schemas.openxmlformats.org/officeDocument/2006/relationships/tags" Target="../tags/tag443.xml"/><Relationship Id="rId5" Type="http://schemas.openxmlformats.org/officeDocument/2006/relationships/tags" Target="../tags/tag437.xml"/><Relationship Id="rId10" Type="http://schemas.openxmlformats.org/officeDocument/2006/relationships/tags" Target="../tags/tag442.xml"/><Relationship Id="rId4" Type="http://schemas.openxmlformats.org/officeDocument/2006/relationships/tags" Target="../tags/tag436.xml"/><Relationship Id="rId9" Type="http://schemas.openxmlformats.org/officeDocument/2006/relationships/tags" Target="../tags/tag441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452.xml"/><Relationship Id="rId13" Type="http://schemas.openxmlformats.org/officeDocument/2006/relationships/slideMaster" Target="../slideMasters/slideMaster3.xml"/><Relationship Id="rId3" Type="http://schemas.openxmlformats.org/officeDocument/2006/relationships/tags" Target="../tags/tag447.xml"/><Relationship Id="rId7" Type="http://schemas.openxmlformats.org/officeDocument/2006/relationships/tags" Target="../tags/tag451.xml"/><Relationship Id="rId12" Type="http://schemas.openxmlformats.org/officeDocument/2006/relationships/tags" Target="../tags/tag456.xml"/><Relationship Id="rId2" Type="http://schemas.openxmlformats.org/officeDocument/2006/relationships/tags" Target="../tags/tag446.xml"/><Relationship Id="rId1" Type="http://schemas.openxmlformats.org/officeDocument/2006/relationships/tags" Target="../tags/tag445.xml"/><Relationship Id="rId6" Type="http://schemas.openxmlformats.org/officeDocument/2006/relationships/tags" Target="../tags/tag450.xml"/><Relationship Id="rId11" Type="http://schemas.openxmlformats.org/officeDocument/2006/relationships/tags" Target="../tags/tag455.xml"/><Relationship Id="rId5" Type="http://schemas.openxmlformats.org/officeDocument/2006/relationships/tags" Target="../tags/tag449.xml"/><Relationship Id="rId10" Type="http://schemas.openxmlformats.org/officeDocument/2006/relationships/tags" Target="../tags/tag454.xml"/><Relationship Id="rId4" Type="http://schemas.openxmlformats.org/officeDocument/2006/relationships/tags" Target="../tags/tag448.xml"/><Relationship Id="rId9" Type="http://schemas.openxmlformats.org/officeDocument/2006/relationships/tags" Target="../tags/tag453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464.xml"/><Relationship Id="rId13" Type="http://schemas.openxmlformats.org/officeDocument/2006/relationships/slideMaster" Target="../slideMasters/slideMaster3.xml"/><Relationship Id="rId3" Type="http://schemas.openxmlformats.org/officeDocument/2006/relationships/tags" Target="../tags/tag459.xml"/><Relationship Id="rId7" Type="http://schemas.openxmlformats.org/officeDocument/2006/relationships/tags" Target="../tags/tag463.xml"/><Relationship Id="rId12" Type="http://schemas.openxmlformats.org/officeDocument/2006/relationships/tags" Target="../tags/tag468.xml"/><Relationship Id="rId2" Type="http://schemas.openxmlformats.org/officeDocument/2006/relationships/tags" Target="../tags/tag458.xml"/><Relationship Id="rId1" Type="http://schemas.openxmlformats.org/officeDocument/2006/relationships/tags" Target="../tags/tag457.xml"/><Relationship Id="rId6" Type="http://schemas.openxmlformats.org/officeDocument/2006/relationships/tags" Target="../tags/tag462.xml"/><Relationship Id="rId11" Type="http://schemas.openxmlformats.org/officeDocument/2006/relationships/tags" Target="../tags/tag467.xml"/><Relationship Id="rId5" Type="http://schemas.openxmlformats.org/officeDocument/2006/relationships/tags" Target="../tags/tag461.xml"/><Relationship Id="rId10" Type="http://schemas.openxmlformats.org/officeDocument/2006/relationships/tags" Target="../tags/tag466.xml"/><Relationship Id="rId4" Type="http://schemas.openxmlformats.org/officeDocument/2006/relationships/tags" Target="../tags/tag460.xml"/><Relationship Id="rId9" Type="http://schemas.openxmlformats.org/officeDocument/2006/relationships/tags" Target="../tags/tag46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471.xml"/><Relationship Id="rId2" Type="http://schemas.openxmlformats.org/officeDocument/2006/relationships/tags" Target="../tags/tag470.xml"/><Relationship Id="rId1" Type="http://schemas.openxmlformats.org/officeDocument/2006/relationships/tags" Target="../tags/tag469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47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tags" Target="../tags/tag475.xml"/><Relationship Id="rId2" Type="http://schemas.openxmlformats.org/officeDocument/2006/relationships/tags" Target="../tags/tag474.xml"/><Relationship Id="rId1" Type="http://schemas.openxmlformats.org/officeDocument/2006/relationships/tags" Target="../tags/tag473.xml"/><Relationship Id="rId5" Type="http://schemas.openxmlformats.org/officeDocument/2006/relationships/image" Target="../media/image12.png"/><Relationship Id="rId4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483.xml"/><Relationship Id="rId13" Type="http://schemas.openxmlformats.org/officeDocument/2006/relationships/slideMaster" Target="../slideMasters/slideMaster3.xml"/><Relationship Id="rId3" Type="http://schemas.openxmlformats.org/officeDocument/2006/relationships/tags" Target="../tags/tag478.xml"/><Relationship Id="rId7" Type="http://schemas.openxmlformats.org/officeDocument/2006/relationships/tags" Target="../tags/tag482.xml"/><Relationship Id="rId12" Type="http://schemas.openxmlformats.org/officeDocument/2006/relationships/tags" Target="../tags/tag487.xml"/><Relationship Id="rId2" Type="http://schemas.openxmlformats.org/officeDocument/2006/relationships/tags" Target="../tags/tag477.xml"/><Relationship Id="rId1" Type="http://schemas.openxmlformats.org/officeDocument/2006/relationships/tags" Target="../tags/tag476.xml"/><Relationship Id="rId6" Type="http://schemas.openxmlformats.org/officeDocument/2006/relationships/tags" Target="../tags/tag481.xml"/><Relationship Id="rId11" Type="http://schemas.openxmlformats.org/officeDocument/2006/relationships/tags" Target="../tags/tag486.xml"/><Relationship Id="rId5" Type="http://schemas.openxmlformats.org/officeDocument/2006/relationships/tags" Target="../tags/tag480.xml"/><Relationship Id="rId10" Type="http://schemas.openxmlformats.org/officeDocument/2006/relationships/tags" Target="../tags/tag485.xml"/><Relationship Id="rId4" Type="http://schemas.openxmlformats.org/officeDocument/2006/relationships/tags" Target="../tags/tag479.xml"/><Relationship Id="rId9" Type="http://schemas.openxmlformats.org/officeDocument/2006/relationships/tags" Target="../tags/tag484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495.xml"/><Relationship Id="rId13" Type="http://schemas.openxmlformats.org/officeDocument/2006/relationships/slideMaster" Target="../slideMasters/slideMaster3.xml"/><Relationship Id="rId3" Type="http://schemas.openxmlformats.org/officeDocument/2006/relationships/tags" Target="../tags/tag490.xml"/><Relationship Id="rId7" Type="http://schemas.openxmlformats.org/officeDocument/2006/relationships/tags" Target="../tags/tag494.xml"/><Relationship Id="rId12" Type="http://schemas.openxmlformats.org/officeDocument/2006/relationships/tags" Target="../tags/tag499.xml"/><Relationship Id="rId2" Type="http://schemas.openxmlformats.org/officeDocument/2006/relationships/tags" Target="../tags/tag489.xml"/><Relationship Id="rId1" Type="http://schemas.openxmlformats.org/officeDocument/2006/relationships/tags" Target="../tags/tag488.xml"/><Relationship Id="rId6" Type="http://schemas.openxmlformats.org/officeDocument/2006/relationships/tags" Target="../tags/tag493.xml"/><Relationship Id="rId11" Type="http://schemas.openxmlformats.org/officeDocument/2006/relationships/tags" Target="../tags/tag498.xml"/><Relationship Id="rId5" Type="http://schemas.openxmlformats.org/officeDocument/2006/relationships/tags" Target="../tags/tag492.xml"/><Relationship Id="rId10" Type="http://schemas.openxmlformats.org/officeDocument/2006/relationships/tags" Target="../tags/tag497.xml"/><Relationship Id="rId4" Type="http://schemas.openxmlformats.org/officeDocument/2006/relationships/tags" Target="../tags/tag491.xml"/><Relationship Id="rId9" Type="http://schemas.openxmlformats.org/officeDocument/2006/relationships/tags" Target="../tags/tag496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tags" Target="../tags/tag507.xml"/><Relationship Id="rId13" Type="http://schemas.openxmlformats.org/officeDocument/2006/relationships/slideMaster" Target="../slideMasters/slideMaster3.xml"/><Relationship Id="rId3" Type="http://schemas.openxmlformats.org/officeDocument/2006/relationships/tags" Target="../tags/tag502.xml"/><Relationship Id="rId7" Type="http://schemas.openxmlformats.org/officeDocument/2006/relationships/tags" Target="../tags/tag506.xml"/><Relationship Id="rId12" Type="http://schemas.openxmlformats.org/officeDocument/2006/relationships/tags" Target="../tags/tag511.xml"/><Relationship Id="rId2" Type="http://schemas.openxmlformats.org/officeDocument/2006/relationships/tags" Target="../tags/tag501.xml"/><Relationship Id="rId1" Type="http://schemas.openxmlformats.org/officeDocument/2006/relationships/tags" Target="../tags/tag500.xml"/><Relationship Id="rId6" Type="http://schemas.openxmlformats.org/officeDocument/2006/relationships/tags" Target="../tags/tag505.xml"/><Relationship Id="rId11" Type="http://schemas.openxmlformats.org/officeDocument/2006/relationships/tags" Target="../tags/tag510.xml"/><Relationship Id="rId5" Type="http://schemas.openxmlformats.org/officeDocument/2006/relationships/tags" Target="../tags/tag504.xml"/><Relationship Id="rId10" Type="http://schemas.openxmlformats.org/officeDocument/2006/relationships/tags" Target="../tags/tag509.xml"/><Relationship Id="rId4" Type="http://schemas.openxmlformats.org/officeDocument/2006/relationships/tags" Target="../tags/tag503.xml"/><Relationship Id="rId9" Type="http://schemas.openxmlformats.org/officeDocument/2006/relationships/tags" Target="../tags/tag508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tags" Target="../tags/tag519.xml"/><Relationship Id="rId13" Type="http://schemas.openxmlformats.org/officeDocument/2006/relationships/slideMaster" Target="../slideMasters/slideMaster3.xml"/><Relationship Id="rId3" Type="http://schemas.openxmlformats.org/officeDocument/2006/relationships/tags" Target="../tags/tag514.xml"/><Relationship Id="rId7" Type="http://schemas.openxmlformats.org/officeDocument/2006/relationships/tags" Target="../tags/tag518.xml"/><Relationship Id="rId12" Type="http://schemas.openxmlformats.org/officeDocument/2006/relationships/tags" Target="../tags/tag523.xml"/><Relationship Id="rId2" Type="http://schemas.openxmlformats.org/officeDocument/2006/relationships/tags" Target="../tags/tag513.xml"/><Relationship Id="rId1" Type="http://schemas.openxmlformats.org/officeDocument/2006/relationships/tags" Target="../tags/tag512.xml"/><Relationship Id="rId6" Type="http://schemas.openxmlformats.org/officeDocument/2006/relationships/tags" Target="../tags/tag517.xml"/><Relationship Id="rId11" Type="http://schemas.openxmlformats.org/officeDocument/2006/relationships/tags" Target="../tags/tag522.xml"/><Relationship Id="rId5" Type="http://schemas.openxmlformats.org/officeDocument/2006/relationships/tags" Target="../tags/tag516.xml"/><Relationship Id="rId10" Type="http://schemas.openxmlformats.org/officeDocument/2006/relationships/tags" Target="../tags/tag521.xml"/><Relationship Id="rId4" Type="http://schemas.openxmlformats.org/officeDocument/2006/relationships/tags" Target="../tags/tag515.xml"/><Relationship Id="rId9" Type="http://schemas.openxmlformats.org/officeDocument/2006/relationships/tags" Target="../tags/tag520.xml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tags" Target="../tags/tag531.xml"/><Relationship Id="rId13" Type="http://schemas.openxmlformats.org/officeDocument/2006/relationships/slideMaster" Target="../slideMasters/slideMaster3.xml"/><Relationship Id="rId3" Type="http://schemas.openxmlformats.org/officeDocument/2006/relationships/tags" Target="../tags/tag526.xml"/><Relationship Id="rId7" Type="http://schemas.openxmlformats.org/officeDocument/2006/relationships/tags" Target="../tags/tag530.xml"/><Relationship Id="rId12" Type="http://schemas.openxmlformats.org/officeDocument/2006/relationships/tags" Target="../tags/tag535.xml"/><Relationship Id="rId2" Type="http://schemas.openxmlformats.org/officeDocument/2006/relationships/tags" Target="../tags/tag525.xml"/><Relationship Id="rId1" Type="http://schemas.openxmlformats.org/officeDocument/2006/relationships/tags" Target="../tags/tag524.xml"/><Relationship Id="rId6" Type="http://schemas.openxmlformats.org/officeDocument/2006/relationships/tags" Target="../tags/tag529.xml"/><Relationship Id="rId11" Type="http://schemas.openxmlformats.org/officeDocument/2006/relationships/tags" Target="../tags/tag534.xml"/><Relationship Id="rId5" Type="http://schemas.openxmlformats.org/officeDocument/2006/relationships/tags" Target="../tags/tag528.xml"/><Relationship Id="rId10" Type="http://schemas.openxmlformats.org/officeDocument/2006/relationships/tags" Target="../tags/tag533.xml"/><Relationship Id="rId4" Type="http://schemas.openxmlformats.org/officeDocument/2006/relationships/tags" Target="../tags/tag527.xml"/><Relationship Id="rId9" Type="http://schemas.openxmlformats.org/officeDocument/2006/relationships/tags" Target="../tags/tag532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tags" Target="../tags/tag543.xml"/><Relationship Id="rId13" Type="http://schemas.openxmlformats.org/officeDocument/2006/relationships/slideMaster" Target="../slideMasters/slideMaster3.xml"/><Relationship Id="rId3" Type="http://schemas.openxmlformats.org/officeDocument/2006/relationships/tags" Target="../tags/tag538.xml"/><Relationship Id="rId7" Type="http://schemas.openxmlformats.org/officeDocument/2006/relationships/tags" Target="../tags/tag542.xml"/><Relationship Id="rId12" Type="http://schemas.openxmlformats.org/officeDocument/2006/relationships/tags" Target="../tags/tag547.xml"/><Relationship Id="rId2" Type="http://schemas.openxmlformats.org/officeDocument/2006/relationships/tags" Target="../tags/tag537.xml"/><Relationship Id="rId1" Type="http://schemas.openxmlformats.org/officeDocument/2006/relationships/tags" Target="../tags/tag536.xml"/><Relationship Id="rId6" Type="http://schemas.openxmlformats.org/officeDocument/2006/relationships/tags" Target="../tags/tag541.xml"/><Relationship Id="rId11" Type="http://schemas.openxmlformats.org/officeDocument/2006/relationships/tags" Target="../tags/tag546.xml"/><Relationship Id="rId5" Type="http://schemas.openxmlformats.org/officeDocument/2006/relationships/tags" Target="../tags/tag540.xml"/><Relationship Id="rId10" Type="http://schemas.openxmlformats.org/officeDocument/2006/relationships/tags" Target="../tags/tag545.xml"/><Relationship Id="rId4" Type="http://schemas.openxmlformats.org/officeDocument/2006/relationships/tags" Target="../tags/tag539.xml"/><Relationship Id="rId9" Type="http://schemas.openxmlformats.org/officeDocument/2006/relationships/tags" Target="../tags/tag544.xml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tags" Target="../tags/tag555.xml"/><Relationship Id="rId13" Type="http://schemas.openxmlformats.org/officeDocument/2006/relationships/slideMaster" Target="../slideMasters/slideMaster3.xml"/><Relationship Id="rId3" Type="http://schemas.openxmlformats.org/officeDocument/2006/relationships/tags" Target="../tags/tag550.xml"/><Relationship Id="rId7" Type="http://schemas.openxmlformats.org/officeDocument/2006/relationships/tags" Target="../tags/tag554.xml"/><Relationship Id="rId12" Type="http://schemas.openxmlformats.org/officeDocument/2006/relationships/tags" Target="../tags/tag559.xml"/><Relationship Id="rId2" Type="http://schemas.openxmlformats.org/officeDocument/2006/relationships/tags" Target="../tags/tag549.xml"/><Relationship Id="rId1" Type="http://schemas.openxmlformats.org/officeDocument/2006/relationships/tags" Target="../tags/tag548.xml"/><Relationship Id="rId6" Type="http://schemas.openxmlformats.org/officeDocument/2006/relationships/tags" Target="../tags/tag553.xml"/><Relationship Id="rId11" Type="http://schemas.openxmlformats.org/officeDocument/2006/relationships/tags" Target="../tags/tag558.xml"/><Relationship Id="rId5" Type="http://schemas.openxmlformats.org/officeDocument/2006/relationships/tags" Target="../tags/tag552.xml"/><Relationship Id="rId10" Type="http://schemas.openxmlformats.org/officeDocument/2006/relationships/tags" Target="../tags/tag557.xml"/><Relationship Id="rId4" Type="http://schemas.openxmlformats.org/officeDocument/2006/relationships/tags" Target="../tags/tag551.xml"/><Relationship Id="rId9" Type="http://schemas.openxmlformats.org/officeDocument/2006/relationships/tags" Target="../tags/tag556.xml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tags" Target="../tags/tag567.xml"/><Relationship Id="rId3" Type="http://schemas.openxmlformats.org/officeDocument/2006/relationships/tags" Target="../tags/tag562.xml"/><Relationship Id="rId7" Type="http://schemas.openxmlformats.org/officeDocument/2006/relationships/tags" Target="../tags/tag566.xml"/><Relationship Id="rId12" Type="http://schemas.openxmlformats.org/officeDocument/2006/relationships/slideMaster" Target="../slideMasters/slideMaster3.xml"/><Relationship Id="rId2" Type="http://schemas.openxmlformats.org/officeDocument/2006/relationships/tags" Target="../tags/tag561.xml"/><Relationship Id="rId1" Type="http://schemas.openxmlformats.org/officeDocument/2006/relationships/tags" Target="../tags/tag560.xml"/><Relationship Id="rId6" Type="http://schemas.openxmlformats.org/officeDocument/2006/relationships/tags" Target="../tags/tag565.xml"/><Relationship Id="rId11" Type="http://schemas.openxmlformats.org/officeDocument/2006/relationships/tags" Target="../tags/tag570.xml"/><Relationship Id="rId5" Type="http://schemas.openxmlformats.org/officeDocument/2006/relationships/tags" Target="../tags/tag564.xml"/><Relationship Id="rId10" Type="http://schemas.openxmlformats.org/officeDocument/2006/relationships/tags" Target="../tags/tag569.xml"/><Relationship Id="rId4" Type="http://schemas.openxmlformats.org/officeDocument/2006/relationships/tags" Target="../tags/tag563.xml"/><Relationship Id="rId9" Type="http://schemas.openxmlformats.org/officeDocument/2006/relationships/tags" Target="../tags/tag568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573.xml"/><Relationship Id="rId2" Type="http://schemas.openxmlformats.org/officeDocument/2006/relationships/tags" Target="../tags/tag572.xml"/><Relationship Id="rId1" Type="http://schemas.openxmlformats.org/officeDocument/2006/relationships/tags" Target="../tags/tag571.xml"/><Relationship Id="rId4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tags" Target="../tags/tag576.xml"/><Relationship Id="rId7" Type="http://schemas.openxmlformats.org/officeDocument/2006/relationships/image" Target="../media/image13.png"/><Relationship Id="rId2" Type="http://schemas.openxmlformats.org/officeDocument/2006/relationships/tags" Target="../tags/tag575.xml"/><Relationship Id="rId1" Type="http://schemas.openxmlformats.org/officeDocument/2006/relationships/tags" Target="../tags/tag574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578.xml"/><Relationship Id="rId4" Type="http://schemas.openxmlformats.org/officeDocument/2006/relationships/tags" Target="../tags/tag577.xml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tags" Target="../tags/tag590.xml"/><Relationship Id="rId3" Type="http://schemas.openxmlformats.org/officeDocument/2006/relationships/tags" Target="../tags/tag585.xml"/><Relationship Id="rId7" Type="http://schemas.openxmlformats.org/officeDocument/2006/relationships/tags" Target="../tags/tag589.xml"/><Relationship Id="rId12" Type="http://schemas.openxmlformats.org/officeDocument/2006/relationships/image" Target="../media/image6.png"/><Relationship Id="rId2" Type="http://schemas.openxmlformats.org/officeDocument/2006/relationships/tags" Target="../tags/tag584.xml"/><Relationship Id="rId1" Type="http://schemas.openxmlformats.org/officeDocument/2006/relationships/tags" Target="../tags/tag583.xml"/><Relationship Id="rId6" Type="http://schemas.openxmlformats.org/officeDocument/2006/relationships/tags" Target="../tags/tag588.xml"/><Relationship Id="rId11" Type="http://schemas.openxmlformats.org/officeDocument/2006/relationships/image" Target="../media/image2.jpg"/><Relationship Id="rId5" Type="http://schemas.openxmlformats.org/officeDocument/2006/relationships/tags" Target="../tags/tag587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586.xml"/><Relationship Id="rId9" Type="http://schemas.openxmlformats.org/officeDocument/2006/relationships/tags" Target="../tags/tag591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tags" Target="../tags/tag599.xml"/><Relationship Id="rId13" Type="http://schemas.openxmlformats.org/officeDocument/2006/relationships/image" Target="../media/image9.png"/><Relationship Id="rId3" Type="http://schemas.openxmlformats.org/officeDocument/2006/relationships/tags" Target="../tags/tag594.xml"/><Relationship Id="rId7" Type="http://schemas.openxmlformats.org/officeDocument/2006/relationships/tags" Target="../tags/tag598.xml"/><Relationship Id="rId12" Type="http://schemas.openxmlformats.org/officeDocument/2006/relationships/image" Target="../media/image8.svg"/><Relationship Id="rId2" Type="http://schemas.openxmlformats.org/officeDocument/2006/relationships/tags" Target="../tags/tag593.xml"/><Relationship Id="rId1" Type="http://schemas.openxmlformats.org/officeDocument/2006/relationships/tags" Target="../tags/tag592.xml"/><Relationship Id="rId6" Type="http://schemas.openxmlformats.org/officeDocument/2006/relationships/tags" Target="../tags/tag597.xml"/><Relationship Id="rId11" Type="http://schemas.openxmlformats.org/officeDocument/2006/relationships/image" Target="../media/image7.jpeg"/><Relationship Id="rId5" Type="http://schemas.openxmlformats.org/officeDocument/2006/relationships/tags" Target="../tags/tag596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595.xml"/><Relationship Id="rId9" Type="http://schemas.openxmlformats.org/officeDocument/2006/relationships/tags" Target="../tags/tag600.xml"/><Relationship Id="rId14" Type="http://schemas.openxmlformats.org/officeDocument/2006/relationships/image" Target="../media/image10.pn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tags" Target="../tags/tag608.xml"/><Relationship Id="rId3" Type="http://schemas.openxmlformats.org/officeDocument/2006/relationships/tags" Target="../tags/tag603.xml"/><Relationship Id="rId7" Type="http://schemas.openxmlformats.org/officeDocument/2006/relationships/tags" Target="../tags/tag607.xml"/><Relationship Id="rId2" Type="http://schemas.openxmlformats.org/officeDocument/2006/relationships/tags" Target="../tags/tag602.xml"/><Relationship Id="rId1" Type="http://schemas.openxmlformats.org/officeDocument/2006/relationships/tags" Target="../tags/tag601.xml"/><Relationship Id="rId6" Type="http://schemas.openxmlformats.org/officeDocument/2006/relationships/tags" Target="../tags/tag606.xml"/><Relationship Id="rId11" Type="http://schemas.openxmlformats.org/officeDocument/2006/relationships/image" Target="../media/image6.png"/><Relationship Id="rId5" Type="http://schemas.openxmlformats.org/officeDocument/2006/relationships/tags" Target="../tags/tag605.xml"/><Relationship Id="rId10" Type="http://schemas.openxmlformats.org/officeDocument/2006/relationships/image" Target="../media/image3.jpg"/><Relationship Id="rId4" Type="http://schemas.openxmlformats.org/officeDocument/2006/relationships/tags" Target="../tags/tag604.xml"/><Relationship Id="rId9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tags" Target="../tags/tag616.xml"/><Relationship Id="rId13" Type="http://schemas.openxmlformats.org/officeDocument/2006/relationships/image" Target="../media/image10.png"/><Relationship Id="rId3" Type="http://schemas.openxmlformats.org/officeDocument/2006/relationships/tags" Target="../tags/tag611.xml"/><Relationship Id="rId7" Type="http://schemas.openxmlformats.org/officeDocument/2006/relationships/tags" Target="../tags/tag615.xml"/><Relationship Id="rId12" Type="http://schemas.openxmlformats.org/officeDocument/2006/relationships/image" Target="../media/image9.png"/><Relationship Id="rId2" Type="http://schemas.openxmlformats.org/officeDocument/2006/relationships/tags" Target="../tags/tag610.xml"/><Relationship Id="rId1" Type="http://schemas.openxmlformats.org/officeDocument/2006/relationships/tags" Target="../tags/tag609.xml"/><Relationship Id="rId6" Type="http://schemas.openxmlformats.org/officeDocument/2006/relationships/tags" Target="../tags/tag614.xml"/><Relationship Id="rId11" Type="http://schemas.openxmlformats.org/officeDocument/2006/relationships/image" Target="../media/image8.svg"/><Relationship Id="rId5" Type="http://schemas.openxmlformats.org/officeDocument/2006/relationships/tags" Target="../tags/tag613.xml"/><Relationship Id="rId10" Type="http://schemas.openxmlformats.org/officeDocument/2006/relationships/image" Target="../media/image11.jpeg"/><Relationship Id="rId4" Type="http://schemas.openxmlformats.org/officeDocument/2006/relationships/tags" Target="../tags/tag612.xml"/><Relationship Id="rId9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tags" Target="../tags/tag624.xml"/><Relationship Id="rId3" Type="http://schemas.openxmlformats.org/officeDocument/2006/relationships/tags" Target="../tags/tag619.xml"/><Relationship Id="rId7" Type="http://schemas.openxmlformats.org/officeDocument/2006/relationships/tags" Target="../tags/tag623.xml"/><Relationship Id="rId2" Type="http://schemas.openxmlformats.org/officeDocument/2006/relationships/tags" Target="../tags/tag618.xml"/><Relationship Id="rId1" Type="http://schemas.openxmlformats.org/officeDocument/2006/relationships/tags" Target="../tags/tag617.xml"/><Relationship Id="rId6" Type="http://schemas.openxmlformats.org/officeDocument/2006/relationships/tags" Target="../tags/tag622.xml"/><Relationship Id="rId11" Type="http://schemas.openxmlformats.org/officeDocument/2006/relationships/image" Target="../media/image6.png"/><Relationship Id="rId5" Type="http://schemas.openxmlformats.org/officeDocument/2006/relationships/tags" Target="../tags/tag621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620.xml"/><Relationship Id="rId9" Type="http://schemas.openxmlformats.org/officeDocument/2006/relationships/tags" Target="../tags/tag625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tags" Target="../tags/tag633.xml"/><Relationship Id="rId13" Type="http://schemas.openxmlformats.org/officeDocument/2006/relationships/slideMaster" Target="../slideMasters/slideMaster4.xml"/><Relationship Id="rId3" Type="http://schemas.openxmlformats.org/officeDocument/2006/relationships/tags" Target="../tags/tag628.xml"/><Relationship Id="rId7" Type="http://schemas.openxmlformats.org/officeDocument/2006/relationships/tags" Target="../tags/tag632.xml"/><Relationship Id="rId12" Type="http://schemas.openxmlformats.org/officeDocument/2006/relationships/tags" Target="../tags/tag637.xml"/><Relationship Id="rId2" Type="http://schemas.openxmlformats.org/officeDocument/2006/relationships/tags" Target="../tags/tag627.xml"/><Relationship Id="rId1" Type="http://schemas.openxmlformats.org/officeDocument/2006/relationships/tags" Target="../tags/tag626.xml"/><Relationship Id="rId6" Type="http://schemas.openxmlformats.org/officeDocument/2006/relationships/tags" Target="../tags/tag631.xml"/><Relationship Id="rId11" Type="http://schemas.openxmlformats.org/officeDocument/2006/relationships/tags" Target="../tags/tag636.xml"/><Relationship Id="rId5" Type="http://schemas.openxmlformats.org/officeDocument/2006/relationships/tags" Target="../tags/tag630.xml"/><Relationship Id="rId10" Type="http://schemas.openxmlformats.org/officeDocument/2006/relationships/tags" Target="../tags/tag635.xml"/><Relationship Id="rId4" Type="http://schemas.openxmlformats.org/officeDocument/2006/relationships/tags" Target="../tags/tag629.xml"/><Relationship Id="rId9" Type="http://schemas.openxmlformats.org/officeDocument/2006/relationships/tags" Target="../tags/tag634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tags" Target="../tags/tag645.xml"/><Relationship Id="rId13" Type="http://schemas.openxmlformats.org/officeDocument/2006/relationships/slideMaster" Target="../slideMasters/slideMaster4.xml"/><Relationship Id="rId3" Type="http://schemas.openxmlformats.org/officeDocument/2006/relationships/tags" Target="../tags/tag640.xml"/><Relationship Id="rId7" Type="http://schemas.openxmlformats.org/officeDocument/2006/relationships/tags" Target="../tags/tag644.xml"/><Relationship Id="rId12" Type="http://schemas.openxmlformats.org/officeDocument/2006/relationships/tags" Target="../tags/tag649.xml"/><Relationship Id="rId2" Type="http://schemas.openxmlformats.org/officeDocument/2006/relationships/tags" Target="../tags/tag639.xml"/><Relationship Id="rId1" Type="http://schemas.openxmlformats.org/officeDocument/2006/relationships/tags" Target="../tags/tag638.xml"/><Relationship Id="rId6" Type="http://schemas.openxmlformats.org/officeDocument/2006/relationships/tags" Target="../tags/tag643.xml"/><Relationship Id="rId11" Type="http://schemas.openxmlformats.org/officeDocument/2006/relationships/tags" Target="../tags/tag648.xml"/><Relationship Id="rId5" Type="http://schemas.openxmlformats.org/officeDocument/2006/relationships/tags" Target="../tags/tag642.xml"/><Relationship Id="rId10" Type="http://schemas.openxmlformats.org/officeDocument/2006/relationships/tags" Target="../tags/tag647.xml"/><Relationship Id="rId4" Type="http://schemas.openxmlformats.org/officeDocument/2006/relationships/tags" Target="../tags/tag641.xml"/><Relationship Id="rId9" Type="http://schemas.openxmlformats.org/officeDocument/2006/relationships/tags" Target="../tags/tag646.xml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tags" Target="../tags/tag657.xml"/><Relationship Id="rId13" Type="http://schemas.openxmlformats.org/officeDocument/2006/relationships/slideMaster" Target="../slideMasters/slideMaster4.xml"/><Relationship Id="rId3" Type="http://schemas.openxmlformats.org/officeDocument/2006/relationships/tags" Target="../tags/tag652.xml"/><Relationship Id="rId7" Type="http://schemas.openxmlformats.org/officeDocument/2006/relationships/tags" Target="../tags/tag656.xml"/><Relationship Id="rId12" Type="http://schemas.openxmlformats.org/officeDocument/2006/relationships/tags" Target="../tags/tag661.xml"/><Relationship Id="rId2" Type="http://schemas.openxmlformats.org/officeDocument/2006/relationships/tags" Target="../tags/tag651.xml"/><Relationship Id="rId1" Type="http://schemas.openxmlformats.org/officeDocument/2006/relationships/tags" Target="../tags/tag650.xml"/><Relationship Id="rId6" Type="http://schemas.openxmlformats.org/officeDocument/2006/relationships/tags" Target="../tags/tag655.xml"/><Relationship Id="rId11" Type="http://schemas.openxmlformats.org/officeDocument/2006/relationships/tags" Target="../tags/tag660.xml"/><Relationship Id="rId5" Type="http://schemas.openxmlformats.org/officeDocument/2006/relationships/tags" Target="../tags/tag654.xml"/><Relationship Id="rId10" Type="http://schemas.openxmlformats.org/officeDocument/2006/relationships/tags" Target="../tags/tag659.xml"/><Relationship Id="rId4" Type="http://schemas.openxmlformats.org/officeDocument/2006/relationships/tags" Target="../tags/tag653.xml"/><Relationship Id="rId9" Type="http://schemas.openxmlformats.org/officeDocument/2006/relationships/tags" Target="../tags/tag658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tags" Target="../tags/tag664.xml"/><Relationship Id="rId2" Type="http://schemas.openxmlformats.org/officeDocument/2006/relationships/tags" Target="../tags/tag663.xml"/><Relationship Id="rId1" Type="http://schemas.openxmlformats.org/officeDocument/2006/relationships/tags" Target="../tags/tag662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665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tags" Target="../tags/tag668.xml"/><Relationship Id="rId2" Type="http://schemas.openxmlformats.org/officeDocument/2006/relationships/tags" Target="../tags/tag667.xml"/><Relationship Id="rId1" Type="http://schemas.openxmlformats.org/officeDocument/2006/relationships/tags" Target="../tags/tag666.xml"/><Relationship Id="rId5" Type="http://schemas.openxmlformats.org/officeDocument/2006/relationships/image" Target="../media/image12.png"/><Relationship Id="rId4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tags" Target="../tags/tag676.xml"/><Relationship Id="rId13" Type="http://schemas.openxmlformats.org/officeDocument/2006/relationships/slideMaster" Target="../slideMasters/slideMaster4.xml"/><Relationship Id="rId3" Type="http://schemas.openxmlformats.org/officeDocument/2006/relationships/tags" Target="../tags/tag671.xml"/><Relationship Id="rId7" Type="http://schemas.openxmlformats.org/officeDocument/2006/relationships/tags" Target="../tags/tag675.xml"/><Relationship Id="rId12" Type="http://schemas.openxmlformats.org/officeDocument/2006/relationships/tags" Target="../tags/tag680.xml"/><Relationship Id="rId2" Type="http://schemas.openxmlformats.org/officeDocument/2006/relationships/tags" Target="../tags/tag670.xml"/><Relationship Id="rId1" Type="http://schemas.openxmlformats.org/officeDocument/2006/relationships/tags" Target="../tags/tag669.xml"/><Relationship Id="rId6" Type="http://schemas.openxmlformats.org/officeDocument/2006/relationships/tags" Target="../tags/tag674.xml"/><Relationship Id="rId11" Type="http://schemas.openxmlformats.org/officeDocument/2006/relationships/tags" Target="../tags/tag679.xml"/><Relationship Id="rId5" Type="http://schemas.openxmlformats.org/officeDocument/2006/relationships/tags" Target="../tags/tag673.xml"/><Relationship Id="rId10" Type="http://schemas.openxmlformats.org/officeDocument/2006/relationships/tags" Target="../tags/tag678.xml"/><Relationship Id="rId4" Type="http://schemas.openxmlformats.org/officeDocument/2006/relationships/tags" Target="../tags/tag672.xml"/><Relationship Id="rId9" Type="http://schemas.openxmlformats.org/officeDocument/2006/relationships/tags" Target="../tags/tag677.xml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tags" Target="../tags/tag688.xml"/><Relationship Id="rId13" Type="http://schemas.openxmlformats.org/officeDocument/2006/relationships/slideMaster" Target="../slideMasters/slideMaster4.xml"/><Relationship Id="rId3" Type="http://schemas.openxmlformats.org/officeDocument/2006/relationships/tags" Target="../tags/tag683.xml"/><Relationship Id="rId7" Type="http://schemas.openxmlformats.org/officeDocument/2006/relationships/tags" Target="../tags/tag687.xml"/><Relationship Id="rId12" Type="http://schemas.openxmlformats.org/officeDocument/2006/relationships/tags" Target="../tags/tag692.xml"/><Relationship Id="rId2" Type="http://schemas.openxmlformats.org/officeDocument/2006/relationships/tags" Target="../tags/tag682.xml"/><Relationship Id="rId1" Type="http://schemas.openxmlformats.org/officeDocument/2006/relationships/tags" Target="../tags/tag681.xml"/><Relationship Id="rId6" Type="http://schemas.openxmlformats.org/officeDocument/2006/relationships/tags" Target="../tags/tag686.xml"/><Relationship Id="rId11" Type="http://schemas.openxmlformats.org/officeDocument/2006/relationships/tags" Target="../tags/tag691.xml"/><Relationship Id="rId5" Type="http://schemas.openxmlformats.org/officeDocument/2006/relationships/tags" Target="../tags/tag685.xml"/><Relationship Id="rId10" Type="http://schemas.openxmlformats.org/officeDocument/2006/relationships/tags" Target="../tags/tag690.xml"/><Relationship Id="rId4" Type="http://schemas.openxmlformats.org/officeDocument/2006/relationships/tags" Target="../tags/tag684.xml"/><Relationship Id="rId9" Type="http://schemas.openxmlformats.org/officeDocument/2006/relationships/tags" Target="../tags/tag689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tags" Target="../tags/tag700.xml"/><Relationship Id="rId13" Type="http://schemas.openxmlformats.org/officeDocument/2006/relationships/slideMaster" Target="../slideMasters/slideMaster4.xml"/><Relationship Id="rId3" Type="http://schemas.openxmlformats.org/officeDocument/2006/relationships/tags" Target="../tags/tag695.xml"/><Relationship Id="rId7" Type="http://schemas.openxmlformats.org/officeDocument/2006/relationships/tags" Target="../tags/tag699.xml"/><Relationship Id="rId12" Type="http://schemas.openxmlformats.org/officeDocument/2006/relationships/tags" Target="../tags/tag704.xml"/><Relationship Id="rId2" Type="http://schemas.openxmlformats.org/officeDocument/2006/relationships/tags" Target="../tags/tag694.xml"/><Relationship Id="rId1" Type="http://schemas.openxmlformats.org/officeDocument/2006/relationships/tags" Target="../tags/tag693.xml"/><Relationship Id="rId6" Type="http://schemas.openxmlformats.org/officeDocument/2006/relationships/tags" Target="../tags/tag698.xml"/><Relationship Id="rId11" Type="http://schemas.openxmlformats.org/officeDocument/2006/relationships/tags" Target="../tags/tag703.xml"/><Relationship Id="rId5" Type="http://schemas.openxmlformats.org/officeDocument/2006/relationships/tags" Target="../tags/tag697.xml"/><Relationship Id="rId10" Type="http://schemas.openxmlformats.org/officeDocument/2006/relationships/tags" Target="../tags/tag702.xml"/><Relationship Id="rId4" Type="http://schemas.openxmlformats.org/officeDocument/2006/relationships/tags" Target="../tags/tag696.xml"/><Relationship Id="rId9" Type="http://schemas.openxmlformats.org/officeDocument/2006/relationships/tags" Target="../tags/tag701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tags" Target="../tags/tag712.xml"/><Relationship Id="rId13" Type="http://schemas.openxmlformats.org/officeDocument/2006/relationships/slideMaster" Target="../slideMasters/slideMaster4.xml"/><Relationship Id="rId3" Type="http://schemas.openxmlformats.org/officeDocument/2006/relationships/tags" Target="../tags/tag707.xml"/><Relationship Id="rId7" Type="http://schemas.openxmlformats.org/officeDocument/2006/relationships/tags" Target="../tags/tag711.xml"/><Relationship Id="rId12" Type="http://schemas.openxmlformats.org/officeDocument/2006/relationships/tags" Target="../tags/tag716.xml"/><Relationship Id="rId2" Type="http://schemas.openxmlformats.org/officeDocument/2006/relationships/tags" Target="../tags/tag706.xml"/><Relationship Id="rId1" Type="http://schemas.openxmlformats.org/officeDocument/2006/relationships/tags" Target="../tags/tag705.xml"/><Relationship Id="rId6" Type="http://schemas.openxmlformats.org/officeDocument/2006/relationships/tags" Target="../tags/tag710.xml"/><Relationship Id="rId11" Type="http://schemas.openxmlformats.org/officeDocument/2006/relationships/tags" Target="../tags/tag715.xml"/><Relationship Id="rId5" Type="http://schemas.openxmlformats.org/officeDocument/2006/relationships/tags" Target="../tags/tag709.xml"/><Relationship Id="rId10" Type="http://schemas.openxmlformats.org/officeDocument/2006/relationships/tags" Target="../tags/tag714.xml"/><Relationship Id="rId4" Type="http://schemas.openxmlformats.org/officeDocument/2006/relationships/tags" Target="../tags/tag708.xml"/><Relationship Id="rId9" Type="http://schemas.openxmlformats.org/officeDocument/2006/relationships/tags" Target="../tags/tag713.xml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tags" Target="../tags/tag724.xml"/><Relationship Id="rId13" Type="http://schemas.openxmlformats.org/officeDocument/2006/relationships/slideMaster" Target="../slideMasters/slideMaster4.xml"/><Relationship Id="rId3" Type="http://schemas.openxmlformats.org/officeDocument/2006/relationships/tags" Target="../tags/tag719.xml"/><Relationship Id="rId7" Type="http://schemas.openxmlformats.org/officeDocument/2006/relationships/tags" Target="../tags/tag723.xml"/><Relationship Id="rId12" Type="http://schemas.openxmlformats.org/officeDocument/2006/relationships/tags" Target="../tags/tag728.xml"/><Relationship Id="rId2" Type="http://schemas.openxmlformats.org/officeDocument/2006/relationships/tags" Target="../tags/tag718.xml"/><Relationship Id="rId1" Type="http://schemas.openxmlformats.org/officeDocument/2006/relationships/tags" Target="../tags/tag717.xml"/><Relationship Id="rId6" Type="http://schemas.openxmlformats.org/officeDocument/2006/relationships/tags" Target="../tags/tag722.xml"/><Relationship Id="rId11" Type="http://schemas.openxmlformats.org/officeDocument/2006/relationships/tags" Target="../tags/tag727.xml"/><Relationship Id="rId5" Type="http://schemas.openxmlformats.org/officeDocument/2006/relationships/tags" Target="../tags/tag721.xml"/><Relationship Id="rId10" Type="http://schemas.openxmlformats.org/officeDocument/2006/relationships/tags" Target="../tags/tag726.xml"/><Relationship Id="rId4" Type="http://schemas.openxmlformats.org/officeDocument/2006/relationships/tags" Target="../tags/tag720.xml"/><Relationship Id="rId9" Type="http://schemas.openxmlformats.org/officeDocument/2006/relationships/tags" Target="../tags/tag725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tags" Target="../tags/tag736.xml"/><Relationship Id="rId13" Type="http://schemas.openxmlformats.org/officeDocument/2006/relationships/slideMaster" Target="../slideMasters/slideMaster4.xml"/><Relationship Id="rId3" Type="http://schemas.openxmlformats.org/officeDocument/2006/relationships/tags" Target="../tags/tag731.xml"/><Relationship Id="rId7" Type="http://schemas.openxmlformats.org/officeDocument/2006/relationships/tags" Target="../tags/tag735.xml"/><Relationship Id="rId12" Type="http://schemas.openxmlformats.org/officeDocument/2006/relationships/tags" Target="../tags/tag740.xml"/><Relationship Id="rId2" Type="http://schemas.openxmlformats.org/officeDocument/2006/relationships/tags" Target="../tags/tag730.xml"/><Relationship Id="rId1" Type="http://schemas.openxmlformats.org/officeDocument/2006/relationships/tags" Target="../tags/tag729.xml"/><Relationship Id="rId6" Type="http://schemas.openxmlformats.org/officeDocument/2006/relationships/tags" Target="../tags/tag734.xml"/><Relationship Id="rId11" Type="http://schemas.openxmlformats.org/officeDocument/2006/relationships/tags" Target="../tags/tag739.xml"/><Relationship Id="rId5" Type="http://schemas.openxmlformats.org/officeDocument/2006/relationships/tags" Target="../tags/tag733.xml"/><Relationship Id="rId10" Type="http://schemas.openxmlformats.org/officeDocument/2006/relationships/tags" Target="../tags/tag738.xml"/><Relationship Id="rId4" Type="http://schemas.openxmlformats.org/officeDocument/2006/relationships/tags" Target="../tags/tag732.xml"/><Relationship Id="rId9" Type="http://schemas.openxmlformats.org/officeDocument/2006/relationships/tags" Target="../tags/tag737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tags" Target="../tags/tag748.xml"/><Relationship Id="rId13" Type="http://schemas.openxmlformats.org/officeDocument/2006/relationships/slideMaster" Target="../slideMasters/slideMaster4.xml"/><Relationship Id="rId3" Type="http://schemas.openxmlformats.org/officeDocument/2006/relationships/tags" Target="../tags/tag743.xml"/><Relationship Id="rId7" Type="http://schemas.openxmlformats.org/officeDocument/2006/relationships/tags" Target="../tags/tag747.xml"/><Relationship Id="rId12" Type="http://schemas.openxmlformats.org/officeDocument/2006/relationships/tags" Target="../tags/tag752.xml"/><Relationship Id="rId2" Type="http://schemas.openxmlformats.org/officeDocument/2006/relationships/tags" Target="../tags/tag742.xml"/><Relationship Id="rId1" Type="http://schemas.openxmlformats.org/officeDocument/2006/relationships/tags" Target="../tags/tag741.xml"/><Relationship Id="rId6" Type="http://schemas.openxmlformats.org/officeDocument/2006/relationships/tags" Target="../tags/tag746.xml"/><Relationship Id="rId11" Type="http://schemas.openxmlformats.org/officeDocument/2006/relationships/tags" Target="../tags/tag751.xml"/><Relationship Id="rId5" Type="http://schemas.openxmlformats.org/officeDocument/2006/relationships/tags" Target="../tags/tag745.xml"/><Relationship Id="rId10" Type="http://schemas.openxmlformats.org/officeDocument/2006/relationships/tags" Target="../tags/tag750.xml"/><Relationship Id="rId4" Type="http://schemas.openxmlformats.org/officeDocument/2006/relationships/tags" Target="../tags/tag744.xml"/><Relationship Id="rId9" Type="http://schemas.openxmlformats.org/officeDocument/2006/relationships/tags" Target="../tags/tag749.xml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tags" Target="../tags/tag760.xml"/><Relationship Id="rId3" Type="http://schemas.openxmlformats.org/officeDocument/2006/relationships/tags" Target="../tags/tag755.xml"/><Relationship Id="rId7" Type="http://schemas.openxmlformats.org/officeDocument/2006/relationships/tags" Target="../tags/tag759.xml"/><Relationship Id="rId12" Type="http://schemas.openxmlformats.org/officeDocument/2006/relationships/slideMaster" Target="../slideMasters/slideMaster4.xml"/><Relationship Id="rId2" Type="http://schemas.openxmlformats.org/officeDocument/2006/relationships/tags" Target="../tags/tag754.xml"/><Relationship Id="rId1" Type="http://schemas.openxmlformats.org/officeDocument/2006/relationships/tags" Target="../tags/tag753.xml"/><Relationship Id="rId6" Type="http://schemas.openxmlformats.org/officeDocument/2006/relationships/tags" Target="../tags/tag758.xml"/><Relationship Id="rId11" Type="http://schemas.openxmlformats.org/officeDocument/2006/relationships/tags" Target="../tags/tag763.xml"/><Relationship Id="rId5" Type="http://schemas.openxmlformats.org/officeDocument/2006/relationships/tags" Target="../tags/tag757.xml"/><Relationship Id="rId10" Type="http://schemas.openxmlformats.org/officeDocument/2006/relationships/tags" Target="../tags/tag762.xml"/><Relationship Id="rId4" Type="http://schemas.openxmlformats.org/officeDocument/2006/relationships/tags" Target="../tags/tag756.xml"/><Relationship Id="rId9" Type="http://schemas.openxmlformats.org/officeDocument/2006/relationships/tags" Target="../tags/tag76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tags" Target="../tags/tag766.xml"/><Relationship Id="rId2" Type="http://schemas.openxmlformats.org/officeDocument/2006/relationships/tags" Target="../tags/tag765.xml"/><Relationship Id="rId1" Type="http://schemas.openxmlformats.org/officeDocument/2006/relationships/tags" Target="../tags/tag764.xml"/><Relationship Id="rId4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tags" Target="../tags/tag769.xml"/><Relationship Id="rId7" Type="http://schemas.openxmlformats.org/officeDocument/2006/relationships/image" Target="../media/image13.png"/><Relationship Id="rId2" Type="http://schemas.openxmlformats.org/officeDocument/2006/relationships/tags" Target="../tags/tag768.xml"/><Relationship Id="rId1" Type="http://schemas.openxmlformats.org/officeDocument/2006/relationships/tags" Target="../tags/tag767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771.xml"/><Relationship Id="rId4" Type="http://schemas.openxmlformats.org/officeDocument/2006/relationships/tags" Target="../tags/tag77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>
            <p:custDataLst>
              <p:tags r:id="rId10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05BA39DF-1C65-465A-9ECA-C35A3F0705E9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>
            <p:custDataLst>
              <p:tags r:id="rId10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727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>
            <p:custDataLst>
              <p:tags r:id="rId12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7469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>
            <p:custDataLst>
              <p:tags r:id="rId10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1072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05BA39DF-1C65-465A-9ECA-C35A3F0705E9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594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>
            <p:custDataLst>
              <p:tags r:id="rId10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5680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071098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01239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72305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39200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1746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95435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11096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75215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276961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13831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804561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04522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2023.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Mrz 2023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>
            <p:custDataLst>
              <p:tags r:id="rId12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91187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orient="horz" pos="799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03716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1252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621667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912424" y="236633"/>
            <a:ext cx="1772684" cy="960119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13" name="Crystal Shape">
            <a:extLst>
              <a:ext uri="{FF2B5EF4-FFF2-40B4-BE49-F238E27FC236}">
                <a16:creationId xmlns:a16="http://schemas.microsoft.com/office/drawing/2014/main" id="{A4208110-E884-BAAA-527C-E592A2F7FA29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18864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9994175" y="353272"/>
            <a:ext cx="1574433" cy="687428"/>
          </a:xfrm>
          <a:prstGeom prst="rect">
            <a:avLst/>
          </a:prstGeom>
        </p:spPr>
      </p:pic>
      <p:pic>
        <p:nvPicPr>
          <p:cNvPr id="22" name="LOGO Award Innovation" descr="Ein Bild, das Text, Screenshot, Schrift, Kreis enthält.&#10;&#10;KI-generierte Inhalte können fehlerhaft sein.">
            <a:extLst>
              <a:ext uri="{FF2B5EF4-FFF2-40B4-BE49-F238E27FC236}">
                <a16:creationId xmlns:a16="http://schemas.microsoft.com/office/drawing/2014/main" id="{5C8094CB-6CA5-4C8C-A34D-E405220AEA8F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096" y="5583917"/>
            <a:ext cx="1388241" cy="670382"/>
          </a:xfrm>
          <a:prstGeom prst="rect">
            <a:avLst/>
          </a:prstGeom>
        </p:spPr>
      </p:pic>
      <p:pic>
        <p:nvPicPr>
          <p:cNvPr id="23" name="LOGO Award Sustainability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580F642-116E-41DC-881C-366C1DFCA471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966" y="5583917"/>
            <a:ext cx="670034" cy="67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664364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68083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GO PROTECTION">
            <a:extLst>
              <a:ext uri="{FF2B5EF4-FFF2-40B4-BE49-F238E27FC236}">
                <a16:creationId xmlns:a16="http://schemas.microsoft.com/office/drawing/2014/main" id="{4DCE96B1-83D3-EAE7-D992-044F49F60C08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auto">
          <a:xfrm>
            <a:off x="263352" y="236633"/>
            <a:ext cx="1772684" cy="960119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A close-up of a plant&#10;&#10;Description automatically generated">
            <a:extLst>
              <a:ext uri="{FF2B5EF4-FFF2-40B4-BE49-F238E27FC236}">
                <a16:creationId xmlns:a16="http://schemas.microsoft.com/office/drawing/2014/main" id="{D8A43A75-D6CE-2257-415C-1E0787C2AD1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206538" cy="6858000"/>
          </a:xfrm>
          <a:prstGeom prst="rect">
            <a:avLst/>
          </a:prstGeom>
        </p:spPr>
      </p:pic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1807AF6D-9E64-2C4F-72B8-8E1B696F07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34800" y="353272"/>
            <a:ext cx="1574433" cy="687428"/>
          </a:xfrm>
          <a:prstGeom prst="rect">
            <a:avLst/>
          </a:prstGeom>
        </p:spPr>
      </p:pic>
      <p:pic>
        <p:nvPicPr>
          <p:cNvPr id="20" name="LOGO Award Innovation" descr="Ein Bild, das Text, Screenshot, Schrift, Kreis enthält.&#10;&#10;KI-generierte Inhalte können fehlerhaft sein.">
            <a:extLst>
              <a:ext uri="{FF2B5EF4-FFF2-40B4-BE49-F238E27FC236}">
                <a16:creationId xmlns:a16="http://schemas.microsoft.com/office/drawing/2014/main" id="{B9B3D97A-9BFB-40A0-9441-80DA943DDD7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096" y="5583917"/>
            <a:ext cx="1388241" cy="670382"/>
          </a:xfrm>
          <a:prstGeom prst="rect">
            <a:avLst/>
          </a:prstGeom>
        </p:spPr>
      </p:pic>
      <p:pic>
        <p:nvPicPr>
          <p:cNvPr id="21" name="LOGO Award Sustainability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19FCA7E8-3379-4D22-BCD2-3178461C8B7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966" y="5583917"/>
            <a:ext cx="670034" cy="67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11123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603588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2025-01-09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5902364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2025-01-09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31570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2025-01-09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6659478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4537580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128470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2025-01-09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1824903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2025-01-09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195530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2025-01-09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6786757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2025-01-09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8271998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2025-01-09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846203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2025-01-09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203878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2025-01-09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609042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2025-01-09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0061771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orient="horz" pos="799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3128864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47208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94581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912424" y="236633"/>
            <a:ext cx="1772684" cy="960119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13" name="Crystal Shape">
            <a:extLst>
              <a:ext uri="{FF2B5EF4-FFF2-40B4-BE49-F238E27FC236}">
                <a16:creationId xmlns:a16="http://schemas.microsoft.com/office/drawing/2014/main" id="{A4208110-E884-BAAA-527C-E592A2F7FA29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18864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9994175" y="353272"/>
            <a:ext cx="1574433" cy="687428"/>
          </a:xfrm>
          <a:prstGeom prst="rect">
            <a:avLst/>
          </a:prstGeom>
        </p:spPr>
      </p:pic>
      <p:pic>
        <p:nvPicPr>
          <p:cNvPr id="22" name="LOGO Award Innovation" descr="Ein Bild, das Text, Screenshot, Schrift, Kreis enthält.&#10;&#10;KI-generierte Inhalte können fehlerhaft sein.">
            <a:extLst>
              <a:ext uri="{FF2B5EF4-FFF2-40B4-BE49-F238E27FC236}">
                <a16:creationId xmlns:a16="http://schemas.microsoft.com/office/drawing/2014/main" id="{5C8094CB-6CA5-4C8C-A34D-E405220AEA8F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096" y="5583917"/>
            <a:ext cx="1388241" cy="670382"/>
          </a:xfrm>
          <a:prstGeom prst="rect">
            <a:avLst/>
          </a:prstGeom>
        </p:spPr>
      </p:pic>
      <p:pic>
        <p:nvPicPr>
          <p:cNvPr id="23" name="LOGO Award Sustainability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580F642-116E-41DC-881C-366C1DFCA471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966" y="5583917"/>
            <a:ext cx="670034" cy="67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0884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73352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GO PROTECTION">
            <a:extLst>
              <a:ext uri="{FF2B5EF4-FFF2-40B4-BE49-F238E27FC236}">
                <a16:creationId xmlns:a16="http://schemas.microsoft.com/office/drawing/2014/main" id="{4DCE96B1-83D3-EAE7-D992-044F49F60C08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auto">
          <a:xfrm>
            <a:off x="263352" y="236633"/>
            <a:ext cx="1772684" cy="960119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A close-up of a plant&#10;&#10;Description automatically generated">
            <a:extLst>
              <a:ext uri="{FF2B5EF4-FFF2-40B4-BE49-F238E27FC236}">
                <a16:creationId xmlns:a16="http://schemas.microsoft.com/office/drawing/2014/main" id="{D8A43A75-D6CE-2257-415C-1E0787C2AD1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206538" cy="6858000"/>
          </a:xfrm>
          <a:prstGeom prst="rect">
            <a:avLst/>
          </a:prstGeom>
        </p:spPr>
      </p:pic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1807AF6D-9E64-2C4F-72B8-8E1B696F07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34800" y="353272"/>
            <a:ext cx="1574433" cy="687428"/>
          </a:xfrm>
          <a:prstGeom prst="rect">
            <a:avLst/>
          </a:prstGeom>
        </p:spPr>
      </p:pic>
      <p:pic>
        <p:nvPicPr>
          <p:cNvPr id="20" name="LOGO Award Innovation" descr="Ein Bild, das Text, Screenshot, Schrift, Kreis enthält.&#10;&#10;KI-generierte Inhalte können fehlerhaft sein.">
            <a:extLst>
              <a:ext uri="{FF2B5EF4-FFF2-40B4-BE49-F238E27FC236}">
                <a16:creationId xmlns:a16="http://schemas.microsoft.com/office/drawing/2014/main" id="{B9B3D97A-9BFB-40A0-9441-80DA943DDD7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096" y="5583917"/>
            <a:ext cx="1388241" cy="670382"/>
          </a:xfrm>
          <a:prstGeom prst="rect">
            <a:avLst/>
          </a:prstGeom>
        </p:spPr>
      </p:pic>
      <p:pic>
        <p:nvPicPr>
          <p:cNvPr id="21" name="LOGO Award Sustainability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19FCA7E8-3379-4D22-BCD2-3178461C8B7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966" y="5583917"/>
            <a:ext cx="670034" cy="67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40455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889273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2025-11-27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7762410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2025-11-27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652499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2025-11-27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296148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03741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9933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2025-11-27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79114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2025-11-27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9167808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2025-11-27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941759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2025-11-27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8855190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2025-11-27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7391113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2025-11-27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569459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2025-11-27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8520328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2025-11-27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7239152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orient="horz" pos="799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2215598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796204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tags" Target="../tags/tag195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tags" Target="../tags/tag194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tags" Target="../tags/tag197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tags" Target="../tags/tag19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39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tags" Target="../tags/tag389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24" Type="http://schemas.openxmlformats.org/officeDocument/2006/relationships/tags" Target="../tags/tag388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tags" Target="../tags/tag387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tags" Target="../tags/tag38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4.xml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59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5" Type="http://schemas.openxmlformats.org/officeDocument/2006/relationships/tags" Target="../tags/tag582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24" Type="http://schemas.openxmlformats.org/officeDocument/2006/relationships/tags" Target="../tags/tag581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23" Type="http://schemas.openxmlformats.org/officeDocument/2006/relationships/tags" Target="../tags/tag580.xml"/><Relationship Id="rId10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Relationship Id="rId22" Type="http://schemas.openxmlformats.org/officeDocument/2006/relationships/tags" Target="../tags/tag5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b="1" dirty="0"/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3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de-DE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de-DE" sz="800" b="1" kern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5" r:id="rId2"/>
    <p:sldLayoutId id="2147483751" r:id="rId3"/>
    <p:sldLayoutId id="2147483729" r:id="rId4"/>
    <p:sldLayoutId id="2147483730" r:id="rId5"/>
    <p:sldLayoutId id="2147483731" r:id="rId6"/>
    <p:sldLayoutId id="2147483747" r:id="rId7"/>
    <p:sldLayoutId id="2147483756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54" r:id="rId17"/>
    <p:sldLayoutId id="2147483753" r:id="rId18"/>
  </p:sldLayoutIdLst>
  <p:hf hdr="0" dt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b="1" dirty="0"/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3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de-DE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de-DE" sz="800" b="1" kern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911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</p:sldLayoutIdLst>
  <p:hf hdr="0" dt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</a:p>
        </p:txBody>
      </p:sp>
      <p:sp>
        <p:nvSpPr>
          <p:cNvPr id="3" name="empower - DO NOT DELETE!!!" hidden="1"/>
          <p:cNvSpPr/>
          <p:nvPr>
            <p:custDataLst>
              <p:tags r:id="rId25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en-US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en-US" sz="800" b="1" kern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012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  <p:sldLayoutId id="2147483794" r:id="rId18"/>
    <p:sldLayoutId id="2147483795" r:id="rId19"/>
    <p:sldLayoutId id="2147483796" r:id="rId20"/>
  </p:sldLayoutIdLst>
  <p:hf sldNum="0" hdr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5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en-US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en-US" sz="800" b="1" kern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833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  <p:sldLayoutId id="2147483815" r:id="rId18"/>
    <p:sldLayoutId id="2147483816" r:id="rId19"/>
    <p:sldLayoutId id="2147483817" r:id="rId20"/>
  </p:sldLayoutIdLst>
  <p:hf sldNum="0" hdr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37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tags" Target="../tags/tag794.xml"/><Relationship Id="rId7" Type="http://schemas.openxmlformats.org/officeDocument/2006/relationships/image" Target="../media/image38.png"/><Relationship Id="rId2" Type="http://schemas.openxmlformats.org/officeDocument/2006/relationships/tags" Target="../tags/tag793.xml"/><Relationship Id="rId1" Type="http://schemas.openxmlformats.org/officeDocument/2006/relationships/tags" Target="../tags/tag792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796.xml"/><Relationship Id="rId4" Type="http://schemas.openxmlformats.org/officeDocument/2006/relationships/tags" Target="../tags/tag795.xml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18.png"/><Relationship Id="rId10" Type="http://schemas.openxmlformats.org/officeDocument/2006/relationships/image" Target="../media/image47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1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589B28-D26E-44F4-8C62-FEE4AAED4A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FB27639-D1FE-4EB7-81D0-019FC186F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525" y="5301208"/>
            <a:ext cx="8280000" cy="936103"/>
          </a:xfrm>
        </p:spPr>
        <p:txBody>
          <a:bodyPr/>
          <a:lstStyle/>
          <a:p>
            <a:r>
              <a:rPr lang="en-US" b="1"/>
              <a:t>Dr. Wesley Poh</a:t>
            </a:r>
          </a:p>
          <a:p>
            <a:r>
              <a:rPr lang="en-US"/>
              <a:t>ATV SYS SAE CS AI</a:t>
            </a:r>
          </a:p>
          <a:p>
            <a:r>
              <a:rPr lang="en-US"/>
              <a:t>October 2026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FB1C68C-D054-4F8D-AA7A-F778CCFFF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608" y="3473807"/>
            <a:ext cx="10372936" cy="1080120"/>
          </a:xfrm>
        </p:spPr>
        <p:txBody>
          <a:bodyPr>
            <a:normAutofit fontScale="90000"/>
          </a:bodyPr>
          <a:lstStyle/>
          <a:p>
            <a:r>
              <a:rPr lang="en-US"/>
              <a:t>Infineon-NP Research Collaboration Project</a:t>
            </a:r>
            <a:r>
              <a:rPr lang="en-US">
                <a:solidFill>
                  <a:srgbClr val="0A8276"/>
                </a:solidFill>
                <a:latin typeface="Arial"/>
                <a:ea typeface="Arial Unicode MS"/>
                <a:cs typeface="Arial"/>
              </a:rPr>
              <a:t>:</a:t>
            </a:r>
            <a:br>
              <a:rPr lang="en-US">
                <a:solidFill>
                  <a:srgbClr val="0A8276"/>
                </a:solidFill>
                <a:latin typeface="Arial"/>
                <a:ea typeface="Arial Unicode MS"/>
                <a:cs typeface="Arial"/>
              </a:rPr>
            </a:b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0A8276"/>
                </a:solidFill>
                <a:effectLst/>
                <a:uLnTx/>
                <a:uFillTx/>
                <a:latin typeface="Arial"/>
                <a:ea typeface="Arial Unicode MS"/>
                <a:cs typeface="Arial"/>
              </a:rPr>
              <a:t>Automotive Battery Thermal Runaway Prediction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AFF28-0883-405B-A8DD-D42393A23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2D88BD-E905-C032-6C5E-E9B34631D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931" y="5031340"/>
            <a:ext cx="1650194" cy="15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701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124C0-B5F1-A579-525C-001F96236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503976"/>
          </a:xfrm>
        </p:spPr>
        <p:txBody>
          <a:bodyPr/>
          <a:lstStyle/>
          <a:p>
            <a:r>
              <a:rPr lang="en-SG"/>
              <a:t>Objectives </a:t>
            </a:r>
            <a:endParaRPr lang="en-S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ED47D3-5B25-0254-13F2-6D5704D3F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888366" y="6853477"/>
            <a:ext cx="0" cy="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1517B-45A2-1020-1851-448026A8F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88366" y="6853477"/>
            <a:ext cx="0" cy="0"/>
          </a:xfrm>
        </p:spPr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5B7B6A2-9572-6FC9-045F-788562FA9DA4}"/>
              </a:ext>
            </a:extLst>
          </p:cNvPr>
          <p:cNvSpPr txBox="1">
            <a:spLocks/>
          </p:cNvSpPr>
          <p:nvPr/>
        </p:nvSpPr>
        <p:spPr>
          <a:xfrm>
            <a:off x="335360" y="908720"/>
            <a:ext cx="11520000" cy="4824536"/>
          </a:xfrm>
          <a:prstGeom prst="rect">
            <a:avLst/>
          </a:prstGeom>
        </p:spPr>
        <p:txBody>
          <a:bodyPr/>
          <a:lstStyle>
            <a:lvl1pPr marL="252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cs typeface="+mn-cs"/>
              </a:defRPr>
            </a:lvl2pPr>
            <a:lvl3pPr marL="756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3pPr>
            <a:lvl4pPr marL="1008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4pPr>
            <a:lvl5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5pPr>
            <a:lvl6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6pPr>
            <a:lvl7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just">
              <a:buClr>
                <a:schemeClr val="accent1"/>
              </a:buClr>
              <a:buNone/>
            </a:pPr>
            <a:r>
              <a:rPr lang="en-US" sz="1600" kern="0">
                <a:solidFill>
                  <a:srgbClr val="000000"/>
                </a:solidFill>
              </a:rPr>
              <a:t>Conduct rigorous testing to gather </a:t>
            </a:r>
            <a:r>
              <a:rPr lang="en-US" sz="1600" b="1" kern="0">
                <a:solidFill>
                  <a:srgbClr val="000000"/>
                </a:solidFill>
              </a:rPr>
              <a:t>datasets</a:t>
            </a:r>
            <a:r>
              <a:rPr lang="en-US" sz="1600" kern="0">
                <a:solidFill>
                  <a:srgbClr val="000000"/>
                </a:solidFill>
              </a:rPr>
              <a:t> for developing a </a:t>
            </a:r>
            <a:r>
              <a:rPr lang="en-US" sz="1600" b="1" kern="0">
                <a:solidFill>
                  <a:srgbClr val="000000"/>
                </a:solidFill>
              </a:rPr>
              <a:t>predictive model </a:t>
            </a:r>
            <a:r>
              <a:rPr lang="en-US" sz="1600" kern="0">
                <a:solidFill>
                  <a:srgbClr val="000000"/>
                </a:solidFill>
              </a:rPr>
              <a:t>capable of identifying early warning signs (precursors) of </a:t>
            </a:r>
            <a:r>
              <a:rPr lang="en-US" sz="1600" b="1" kern="0">
                <a:solidFill>
                  <a:srgbClr val="000000"/>
                </a:solidFill>
              </a:rPr>
              <a:t>thermal runaway (TR) in lithium-ion cells </a:t>
            </a:r>
            <a:r>
              <a:rPr lang="en-US" sz="1600" kern="0">
                <a:solidFill>
                  <a:srgbClr val="000000"/>
                </a:solidFill>
              </a:rPr>
              <a:t>before catastrophic failure occurs.</a:t>
            </a:r>
          </a:p>
          <a:p>
            <a:pPr marL="0" indent="0" algn="just">
              <a:buClr>
                <a:schemeClr val="accent1"/>
              </a:buClr>
              <a:buNone/>
            </a:pPr>
            <a:endParaRPr lang="en-US" sz="1600" kern="0">
              <a:solidFill>
                <a:srgbClr val="000000"/>
              </a:solidFill>
            </a:endParaRPr>
          </a:p>
          <a:p>
            <a:pPr marL="0" indent="0" algn="just">
              <a:buClr>
                <a:schemeClr val="accent1"/>
              </a:buClr>
              <a:buNone/>
            </a:pPr>
            <a:r>
              <a:rPr lang="en-US" sz="1600" kern="0">
                <a:solidFill>
                  <a:srgbClr val="000000"/>
                </a:solidFill>
              </a:rPr>
              <a:t>The project will utilise controlled battery cycling to induce degradation and capture high-resolution electrochemical data for analysis based on the following:</a:t>
            </a:r>
          </a:p>
          <a:p>
            <a:pPr marL="0" indent="0" algn="just">
              <a:buClr>
                <a:schemeClr val="accent1"/>
              </a:buClr>
              <a:buNone/>
            </a:pPr>
            <a:endParaRPr lang="en-US" sz="1200" kern="0">
              <a:solidFill>
                <a:srgbClr val="000000"/>
              </a:solidFill>
            </a:endParaRPr>
          </a:p>
          <a:p>
            <a:pPr marL="0" indent="0" algn="just">
              <a:buClr>
                <a:schemeClr val="accent1"/>
              </a:buClr>
              <a:buNone/>
            </a:pPr>
            <a:r>
              <a:rPr lang="en-US" sz="1400" b="1" kern="0">
                <a:solidFill>
                  <a:srgbClr val="000000"/>
                </a:solidFill>
              </a:rPr>
              <a:t>i) Experiment Set-Up and Safety</a:t>
            </a:r>
          </a:p>
          <a:p>
            <a:pPr marL="0" indent="0" algn="just">
              <a:buClr>
                <a:schemeClr val="accent1"/>
              </a:buClr>
              <a:buNone/>
            </a:pPr>
            <a:endParaRPr lang="en-US" sz="800" kern="0">
              <a:solidFill>
                <a:srgbClr val="000000"/>
              </a:solidFill>
            </a:endParaRPr>
          </a:p>
          <a:p>
            <a:pPr marL="0" indent="0" algn="just">
              <a:buClr>
                <a:schemeClr val="accent1"/>
              </a:buClr>
              <a:buNone/>
            </a:pPr>
            <a:r>
              <a:rPr lang="en-US" sz="1400" b="1" kern="0">
                <a:solidFill>
                  <a:srgbClr val="000000"/>
                </a:solidFill>
              </a:rPr>
              <a:t>ii) Data Generation (Cycling Regimes)</a:t>
            </a:r>
          </a:p>
          <a:p>
            <a:pPr marL="0" indent="0" algn="just">
              <a:buClr>
                <a:schemeClr val="accent1"/>
              </a:buClr>
              <a:buNone/>
            </a:pPr>
            <a:endParaRPr lang="en-US" sz="800" kern="0">
              <a:solidFill>
                <a:srgbClr val="000000"/>
              </a:solidFill>
            </a:endParaRPr>
          </a:p>
          <a:p>
            <a:pPr marL="0" indent="0" algn="just">
              <a:buClr>
                <a:schemeClr val="accent1"/>
              </a:buClr>
              <a:buNone/>
            </a:pPr>
            <a:r>
              <a:rPr lang="en-US" sz="1400" b="1" kern="0">
                <a:solidFill>
                  <a:srgbClr val="000000"/>
                </a:solidFill>
              </a:rPr>
              <a:t>iii) Data Analysis and Modelling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8D025C-FE5A-B092-1AD3-9966AB66D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267" y="3573843"/>
            <a:ext cx="3419739" cy="277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59FE4B-F343-BF22-5F64-3013A097F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542" y="2169908"/>
            <a:ext cx="4284000" cy="428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FA3303-CDB8-BA44-2BAC-C9318F746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6558622"/>
            <a:ext cx="7380000" cy="221316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E6B3D3-FC5F-3C8E-872B-E07D31B6C8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9782" y="4502099"/>
            <a:ext cx="3227410" cy="20520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5D445481-6740-5DA5-5EEC-306244D33252}"/>
              </a:ext>
            </a:extLst>
          </p:cNvPr>
          <p:cNvSpPr/>
          <p:nvPr/>
        </p:nvSpPr>
        <p:spPr bwMode="auto">
          <a:xfrm>
            <a:off x="9896823" y="4288573"/>
            <a:ext cx="323394" cy="213526"/>
          </a:xfrm>
          <a:prstGeom prst="ellipse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ACFFD9-A2A3-5E35-5F71-047CD04EFF47}"/>
              </a:ext>
            </a:extLst>
          </p:cNvPr>
          <p:cNvSpPr/>
          <p:nvPr/>
        </p:nvSpPr>
        <p:spPr bwMode="auto">
          <a:xfrm>
            <a:off x="10112846" y="4216565"/>
            <a:ext cx="1438880" cy="28553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5100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115247-81F7-4EC8-A351-6C69D28A2C1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800" y="1033160"/>
            <a:ext cx="11520000" cy="5348592"/>
          </a:xfrm>
        </p:spPr>
        <p:txBody>
          <a:bodyPr/>
          <a:lstStyle/>
          <a:p>
            <a:pPr lvl="0" algn="just">
              <a:buClrTx/>
              <a:buFont typeface="Arial" panose="020B0604020202020204" pitchFamily="34" charset="0"/>
              <a:buChar char="‒"/>
            </a:pPr>
            <a:r>
              <a:rPr dirty="0"/>
              <a:t>EIS</a:t>
            </a:r>
            <a:r>
              <a:rPr lang="en-SG" dirty="0"/>
              <a:t> i</a:t>
            </a:r>
            <a:r>
              <a:rPr dirty="0"/>
              <a:t>s a reliable method for </a:t>
            </a:r>
            <a:r>
              <a:rPr b="1" dirty="0" err="1"/>
              <a:t>characteris</a:t>
            </a:r>
            <a:r>
              <a:rPr lang="en-SG" b="1" dirty="0" err="1"/>
              <a:t>ing</a:t>
            </a:r>
            <a:r>
              <a:rPr b="1" dirty="0"/>
              <a:t> and modelling</a:t>
            </a:r>
            <a:r>
              <a:rPr dirty="0"/>
              <a:t> the</a:t>
            </a:r>
            <a:r>
              <a:rPr lang="en-SG" dirty="0"/>
              <a:t> </a:t>
            </a:r>
            <a:r>
              <a:rPr dirty="0" err="1"/>
              <a:t>behaviour</a:t>
            </a:r>
            <a:r>
              <a:rPr dirty="0"/>
              <a:t> </a:t>
            </a:r>
            <a:r>
              <a:t>of </a:t>
            </a:r>
            <a:r>
              <a:rPr lang="en-SG"/>
              <a:t>lithium-ion batteries (LIBs) for </a:t>
            </a:r>
            <a:r>
              <a:rPr lang="en-SG" b="1"/>
              <a:t>thermal runaway (TR) </a:t>
            </a:r>
            <a:r>
              <a:rPr lang="en-SG"/>
              <a:t>detection.</a:t>
            </a:r>
            <a:endParaRPr dirty="0"/>
          </a:p>
          <a:p>
            <a:pPr lvl="0" algn="just">
              <a:buClrTx/>
              <a:buNone/>
            </a:pPr>
            <a:endParaRPr lang="en-US" sz="800" dirty="0"/>
          </a:p>
          <a:p>
            <a:pPr lvl="0" algn="just">
              <a:buClrTx/>
              <a:buFont typeface="Arial" panose="020B0604020202020204" pitchFamily="34" charset="0"/>
              <a:buChar char="‒"/>
            </a:pPr>
            <a:r>
              <a:rPr dirty="0"/>
              <a:t>The </a:t>
            </a:r>
            <a:r>
              <a:rPr b="1" dirty="0"/>
              <a:t>small-signal impedance </a:t>
            </a:r>
            <a:r>
              <a:rPr dirty="0"/>
              <a:t>of the LIBs is determined by applying a small sinusoidal current or voltage, and measuring the amplitude and phase shift of the output voltage or current, respectively.</a:t>
            </a:r>
          </a:p>
          <a:p>
            <a:pPr lvl="0" algn="just">
              <a:buClrTx/>
              <a:buNone/>
            </a:pPr>
            <a:endParaRPr lang="en-US" sz="800" dirty="0"/>
          </a:p>
          <a:p>
            <a:pPr lvl="0" algn="just">
              <a:buClrTx/>
              <a:buFont typeface="Arial" panose="020B0604020202020204" pitchFamily="34" charset="0"/>
              <a:buChar char="‒"/>
            </a:pPr>
            <a:r>
              <a:rPr lang="en-SG" dirty="0"/>
              <a:t>Typically,</a:t>
            </a:r>
            <a:r>
              <a:rPr lang="en-SG" b="1" dirty="0"/>
              <a:t> </a:t>
            </a:r>
            <a:r>
              <a:rPr b="1" dirty="0"/>
              <a:t>EIS measurements</a:t>
            </a:r>
            <a:r>
              <a:rPr dirty="0"/>
              <a:t> are performed using small current, </a:t>
            </a:r>
            <a:r>
              <a:rPr lang="en-SG" dirty="0"/>
              <a:t>ranging from</a:t>
            </a:r>
            <a:r>
              <a:rPr dirty="0"/>
              <a:t> </a:t>
            </a:r>
            <a:r>
              <a:rPr lang="en-SG" b="1" dirty="0"/>
              <a:t>50 m</a:t>
            </a:r>
            <a:r>
              <a:rPr b="1" dirty="0"/>
              <a:t>Hz</a:t>
            </a:r>
            <a:r>
              <a:rPr lang="en-SG" b="1" dirty="0"/>
              <a:t> to </a:t>
            </a:r>
            <a:r>
              <a:rPr b="1" dirty="0"/>
              <a:t>10 </a:t>
            </a:r>
            <a:r>
              <a:rPr lang="en-SG" b="1" dirty="0"/>
              <a:t>k</a:t>
            </a:r>
            <a:r>
              <a:rPr b="1" dirty="0"/>
              <a:t>Hz</a:t>
            </a:r>
            <a:r>
              <a:rPr lang="en-SG" b="1" dirty="0"/>
              <a:t> </a:t>
            </a:r>
            <a:r>
              <a:rPr lang="en-SG" dirty="0"/>
              <a:t>frequency.</a:t>
            </a:r>
            <a:endParaRPr lang="en-US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447906-261A-4438-B287-B8E09B362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188720"/>
            <a:ext cx="9613068" cy="575984"/>
          </a:xfrm>
        </p:spPr>
        <p:txBody>
          <a:bodyPr/>
          <a:lstStyle/>
          <a:p>
            <a:r>
              <a:t>Electrochemical </a:t>
            </a:r>
            <a:r>
              <a:rPr dirty="0"/>
              <a:t>Impedance Spectroscopy (EIS)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2DBC51-A09E-4C11-BB3E-4CF05790221D}"/>
              </a:ext>
            </a:extLst>
          </p:cNvPr>
          <p:cNvSpPr/>
          <p:nvPr/>
        </p:nvSpPr>
        <p:spPr bwMode="auto">
          <a:xfrm>
            <a:off x="7680176" y="5191947"/>
            <a:ext cx="432048" cy="36004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G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9A44D5-A5EA-47E3-AF5E-33656B6E8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926" y="3279802"/>
            <a:ext cx="5040417" cy="3101946"/>
          </a:xfrm>
          <a:prstGeom prst="rect">
            <a:avLst/>
          </a:prstGeom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1C05271C-AB47-4340-922F-6C275CF375ED}"/>
              </a:ext>
            </a:extLst>
          </p:cNvPr>
          <p:cNvSpPr/>
          <p:nvPr/>
        </p:nvSpPr>
        <p:spPr bwMode="auto">
          <a:xfrm rot="10800000">
            <a:off x="5802965" y="4336484"/>
            <a:ext cx="1162141" cy="988581"/>
          </a:xfrm>
          <a:prstGeom prst="leftArrow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SG" sz="16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F75A59-0616-41BB-9751-591F2520A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12" y="3625831"/>
            <a:ext cx="5584956" cy="240988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145ABE-4D01-0475-4175-B896602D2A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75352"/>
              </a:buClr>
              <a:buSzTx/>
              <a:buFontTx/>
              <a:buNone/>
              <a:tabLst/>
              <a:defRPr/>
            </a:pPr>
            <a:endParaRPr kumimoji="0" lang="en-US" sz="1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FB2CA-1EC8-A5F3-D2C8-C9F278D650C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8285"/>
              </a:buClr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/>
                <a:cs typeface="Arial"/>
              </a:rPr>
              <a:t> </a:t>
            </a:r>
            <a:endParaRPr kumimoji="0" lang="en-US" sz="1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630EB4-8315-DF76-01C1-B93CB1F77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6558622"/>
            <a:ext cx="7380000" cy="221316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F0A2B7-F44C-7A1A-1D7E-9381328B215B}"/>
              </a:ext>
            </a:extLst>
          </p:cNvPr>
          <p:cNvSpPr txBox="1"/>
          <p:nvPr/>
        </p:nvSpPr>
        <p:spPr bwMode="auto">
          <a:xfrm>
            <a:off x="1695295" y="3189725"/>
            <a:ext cx="2388702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>
                <a:solidFill>
                  <a:schemeClr val="tx2"/>
                </a:solidFill>
                <a:latin typeface="+mn-lt"/>
              </a:rPr>
              <a:t>Test Bench Example:</a:t>
            </a:r>
            <a:endParaRPr lang="en-US" sz="1800" b="1" kern="0" baseline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3982686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8725AFD-FCF5-4281-A366-1222720EF4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188720"/>
            <a:ext cx="9613068" cy="720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txBody>
          <a:bodyPr lIns="0" tIns="0" rIns="0" bIns="10800" anchor="b">
            <a:noAutofit/>
          </a:bodyPr>
          <a:lstStyle/>
          <a:p>
            <a:r>
              <a:rPr>
                <a:solidFill>
                  <a:srgbClr val="0A8276"/>
                </a:solidFill>
                <a:latin typeface="Arial" panose="020B0604020202020204" pitchFamily="34" charset="0"/>
              </a:rPr>
              <a:t>Electrochemical Impedance Spectroscopy (EIS)</a:t>
            </a:r>
            <a:endParaRPr lang="en-SG" dirty="0">
              <a:solidFill>
                <a:srgbClr val="0A8276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D448F6-DA4C-4793-953B-0D4AF08C2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97" y="1321252"/>
            <a:ext cx="6045005" cy="42154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6C461D-F45A-4247-9249-D6399F22D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734" y="1321252"/>
            <a:ext cx="5400600" cy="42154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C839DF0-7793-4E5C-B351-3E15687A4B3B}"/>
              </a:ext>
            </a:extLst>
          </p:cNvPr>
          <p:cNvSpPr/>
          <p:nvPr/>
        </p:nvSpPr>
        <p:spPr>
          <a:xfrm>
            <a:off x="896873" y="5652604"/>
            <a:ext cx="48763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E30034"/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Dependence of the impedance spectra on the SOC; T = 25 °C</a:t>
            </a:r>
            <a:endParaRPr kumimoji="0" lang="en-SG" sz="1600" b="0" i="0" u="none" strike="noStrike" kern="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75BC5B-EED2-4EF0-88C5-FA9F65EB6211}"/>
              </a:ext>
            </a:extLst>
          </p:cNvPr>
          <p:cNvSpPr/>
          <p:nvPr/>
        </p:nvSpPr>
        <p:spPr>
          <a:xfrm>
            <a:off x="6582486" y="5652605"/>
            <a:ext cx="55199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E30034"/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Dependence of the impedance spectra on the temperature; SOC = 50%</a:t>
            </a:r>
            <a:endParaRPr kumimoji="0" lang="en-SG" sz="1600" b="0" i="0" u="none" strike="noStrike" kern="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2A9EAA-C1C2-9BDD-5386-67B72CBB462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75352"/>
              </a:buClr>
              <a:buSzTx/>
              <a:buFontTx/>
              <a:buNone/>
              <a:tabLst/>
              <a:defRPr/>
            </a:pPr>
            <a:endParaRPr kumimoji="0" lang="en-US" sz="1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2DCEF4-58DF-511B-B8C5-7D0468FE493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8285"/>
              </a:buClr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/>
                <a:cs typeface="Arial"/>
              </a:rPr>
              <a:t> </a:t>
            </a:r>
            <a:endParaRPr kumimoji="0" lang="en-US" sz="1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4E0A9F-3F15-9B7A-2ECA-C8AECB3CC7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6558622"/>
            <a:ext cx="7380000" cy="221316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428999292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852B6-0991-6D09-1413-80327D41B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82F44-5188-864F-5951-687A3D6BF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503976"/>
          </a:xfrm>
        </p:spPr>
        <p:txBody>
          <a:bodyPr/>
          <a:lstStyle/>
          <a:p>
            <a:r>
              <a:rPr lang="en-SG"/>
              <a:t>Experiment Set-Up </a:t>
            </a:r>
            <a:endParaRPr lang="en-S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61146D-AC4D-61A1-50F8-70516163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75352"/>
              </a:buClr>
              <a:buSzTx/>
              <a:buFontTx/>
              <a:buNone/>
              <a:tabLst/>
              <a:defRPr/>
            </a:pPr>
            <a:endParaRPr kumimoji="0" lang="en-US" sz="1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/>
              <a:ea typeface="Arial Unicode MS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F6DB7-E25C-25D8-D669-4753869B1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8285"/>
              </a:buClr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/>
                <a:ea typeface="Arial Unicode MS"/>
                <a:cs typeface="Arial"/>
              </a:rPr>
              <a:t> </a:t>
            </a:r>
            <a:endParaRPr kumimoji="0" lang="en-US" sz="1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/>
              <a:ea typeface="Arial Unicode MS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EE5A65-9AF0-8612-D742-214662537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2375002"/>
            <a:ext cx="4176000" cy="417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CABDEE-7F97-383A-645E-2C54EF784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720" y="491325"/>
            <a:ext cx="3780000" cy="3780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0C76A31-28E9-BD1B-C72C-51B97392A11E}"/>
              </a:ext>
            </a:extLst>
          </p:cNvPr>
          <p:cNvSpPr/>
          <p:nvPr/>
        </p:nvSpPr>
        <p:spPr bwMode="auto">
          <a:xfrm>
            <a:off x="4489162" y="1754862"/>
            <a:ext cx="1894870" cy="237634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285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09CB71-6A65-509F-8BFC-1E7D315F9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558" y="2427190"/>
            <a:ext cx="2374806" cy="14241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6F91C9-8372-73F8-2B68-00F2CCA838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89424" y="980728"/>
            <a:ext cx="4160000" cy="2340000"/>
          </a:xfrm>
          <a:prstGeom prst="rect">
            <a:avLst/>
          </a:prstGeom>
          <a:ln w="31750">
            <a:solidFill>
              <a:schemeClr val="tx2"/>
            </a:solidFill>
          </a:ln>
        </p:spPr>
      </p:pic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0AD8DC14-6C1E-E0C0-B291-34E9B10E7053}"/>
              </a:ext>
            </a:extLst>
          </p:cNvPr>
          <p:cNvSpPr/>
          <p:nvPr/>
        </p:nvSpPr>
        <p:spPr bwMode="auto">
          <a:xfrm rot="20060574">
            <a:off x="3493490" y="4420048"/>
            <a:ext cx="1584176" cy="657422"/>
          </a:xfrm>
          <a:prstGeom prst="leftRightArrow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0F33AAF-4F56-5496-D469-0F2BE717DFAA}"/>
              </a:ext>
            </a:extLst>
          </p:cNvPr>
          <p:cNvSpPr/>
          <p:nvPr/>
        </p:nvSpPr>
        <p:spPr bwMode="auto">
          <a:xfrm>
            <a:off x="6601309" y="1132057"/>
            <a:ext cx="1241319" cy="720080"/>
          </a:xfrm>
          <a:prstGeom prst="rightArrow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54EF00D-696D-EB43-1376-424847ABF6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24" y="1397223"/>
            <a:ext cx="2055723" cy="97200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1E127471-823F-EAA0-7E44-56716BB9C765}"/>
              </a:ext>
            </a:extLst>
          </p:cNvPr>
          <p:cNvSpPr/>
          <p:nvPr/>
        </p:nvSpPr>
        <p:spPr bwMode="auto">
          <a:xfrm>
            <a:off x="232800" y="1132057"/>
            <a:ext cx="2467514" cy="1720879"/>
          </a:xfrm>
          <a:prstGeom prst="ellipse">
            <a:avLst/>
          </a:prstGeom>
          <a:noFill/>
          <a:ln w="38100">
            <a:solidFill>
              <a:srgbClr val="FF9737"/>
            </a:solidFill>
            <a:prstDash val="lg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5FC4B04-1AF0-07F1-3DC8-0C6AA76A4F29}"/>
              </a:ext>
            </a:extLst>
          </p:cNvPr>
          <p:cNvCxnSpPr>
            <a:cxnSpLocks/>
          </p:cNvCxnSpPr>
          <p:nvPr/>
        </p:nvCxnSpPr>
        <p:spPr>
          <a:xfrm flipH="1" flipV="1">
            <a:off x="1872289" y="2359884"/>
            <a:ext cx="479295" cy="1069116"/>
          </a:xfrm>
          <a:prstGeom prst="straightConnector1">
            <a:avLst/>
          </a:prstGeom>
          <a:ln w="57150">
            <a:solidFill>
              <a:srgbClr val="FF9737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Diagram of a diagram of a block&#10;&#10;AI-generated content may be incorrect.">
            <a:extLst>
              <a:ext uri="{FF2B5EF4-FFF2-40B4-BE49-F238E27FC236}">
                <a16:creationId xmlns:a16="http://schemas.microsoft.com/office/drawing/2014/main" id="{485EC9F7-C220-FE02-877C-B3CC397F5C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172" y="3938205"/>
            <a:ext cx="4961375" cy="24480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E964E58-9E3D-3A69-719A-6D73DE38E07B}"/>
              </a:ext>
            </a:extLst>
          </p:cNvPr>
          <p:cNvSpPr txBox="1"/>
          <p:nvPr/>
        </p:nvSpPr>
        <p:spPr bwMode="auto">
          <a:xfrm rot="20085841">
            <a:off x="3614756" y="5019965"/>
            <a:ext cx="1994968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600" kern="0">
                <a:latin typeface="+mn-lt"/>
              </a:rPr>
              <a:t>Wired </a:t>
            </a:r>
            <a:r>
              <a:rPr lang="en-US" sz="1600" kern="0" baseline="0">
                <a:latin typeface="+mn-lt"/>
                <a:ea typeface="+mn-ea"/>
                <a:cs typeface="+mn-cs"/>
              </a:rPr>
              <a:t>comm</a:t>
            </a:r>
            <a:r>
              <a:rPr lang="en-US" sz="1600" kern="0">
                <a:latin typeface="+mn-lt"/>
              </a:rPr>
              <a:t>unication and control</a:t>
            </a:r>
            <a:endParaRPr lang="en-US" sz="1600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EA3F00-16D8-ABDA-AC63-215D4A17796F}"/>
              </a:ext>
            </a:extLst>
          </p:cNvPr>
          <p:cNvSpPr txBox="1"/>
          <p:nvPr/>
        </p:nvSpPr>
        <p:spPr bwMode="auto">
          <a:xfrm>
            <a:off x="545537" y="2291627"/>
            <a:ext cx="1207388" cy="26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600" kern="0" baseline="0">
                <a:latin typeface="+mn-lt"/>
                <a:ea typeface="+mn-ea"/>
                <a:cs typeface="+mn-cs"/>
              </a:rPr>
              <a:t>Battery Pack</a:t>
            </a:r>
            <a:endParaRPr lang="en-US" sz="1600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B7456A-280E-FD5E-7844-D11C49D20558}"/>
              </a:ext>
            </a:extLst>
          </p:cNvPr>
          <p:cNvSpPr txBox="1"/>
          <p:nvPr/>
        </p:nvSpPr>
        <p:spPr bwMode="auto">
          <a:xfrm>
            <a:off x="1770165" y="4350576"/>
            <a:ext cx="1511164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200" b="1" kern="0">
                <a:latin typeface="+mn-lt"/>
              </a:rPr>
              <a:t>DGBELL BTH-408B Thermal Chamber</a:t>
            </a:r>
            <a:endParaRPr lang="en-US" sz="1200" b="1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9BD622-6EE2-A81B-ECE8-1C49DE75075C}"/>
              </a:ext>
            </a:extLst>
          </p:cNvPr>
          <p:cNvSpPr txBox="1"/>
          <p:nvPr/>
        </p:nvSpPr>
        <p:spPr bwMode="auto">
          <a:xfrm>
            <a:off x="4385852" y="2448536"/>
            <a:ext cx="2161708" cy="18466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200" b="1" kern="0" baseline="0">
                <a:latin typeface="+mn-lt"/>
                <a:ea typeface="+mn-ea"/>
                <a:cs typeface="+mn-cs"/>
              </a:rPr>
              <a:t>Chroma 87001 Battery Cycler</a:t>
            </a:r>
            <a:endParaRPr lang="en-US" sz="1200" b="1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20CB5F-90F0-CAC1-7F29-F82C06B7D51E}"/>
              </a:ext>
            </a:extLst>
          </p:cNvPr>
          <p:cNvSpPr txBox="1"/>
          <p:nvPr/>
        </p:nvSpPr>
        <p:spPr bwMode="auto">
          <a:xfrm>
            <a:off x="8421382" y="1042041"/>
            <a:ext cx="3054091" cy="23474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b="1" kern="0" baseline="0">
                <a:latin typeface="+mn-lt"/>
                <a:ea typeface="+mn-ea"/>
                <a:cs typeface="+mn-cs"/>
              </a:rPr>
              <a:t>Battery Monitoring GUI on Host PC</a:t>
            </a:r>
            <a:endParaRPr lang="en-US" b="1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043779-0B42-C1DC-9606-AD6A2B992D2D}"/>
              </a:ext>
            </a:extLst>
          </p:cNvPr>
          <p:cNvSpPr txBox="1"/>
          <p:nvPr/>
        </p:nvSpPr>
        <p:spPr bwMode="auto">
          <a:xfrm>
            <a:off x="4775847" y="1659356"/>
            <a:ext cx="1387759" cy="3231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050" b="1" kern="0" baseline="0">
                <a:latin typeface="+mn-lt"/>
                <a:ea typeface="+mn-ea"/>
                <a:cs typeface="+mn-cs"/>
              </a:rPr>
              <a:t>Host</a:t>
            </a:r>
            <a:r>
              <a:rPr lang="en-US" sz="1050" b="1" kern="0">
                <a:latin typeface="+mn-lt"/>
              </a:rPr>
              <a:t> PC </a:t>
            </a:r>
            <a:r>
              <a:rPr lang="en-US" sz="1050" b="1" kern="0" baseline="0">
                <a:latin typeface="+mn-lt"/>
                <a:ea typeface="+mn-ea"/>
                <a:cs typeface="+mn-cs"/>
              </a:rPr>
              <a:t>for Monitoring </a:t>
            </a:r>
            <a:r>
              <a:rPr lang="en-US" sz="1050" b="1" kern="0">
                <a:latin typeface="+mn-lt"/>
              </a:rPr>
              <a:t>&amp;</a:t>
            </a:r>
            <a:r>
              <a:rPr lang="en-US" sz="1050" b="1" kern="0" baseline="0">
                <a:latin typeface="+mn-lt"/>
                <a:ea typeface="+mn-ea"/>
                <a:cs typeface="+mn-cs"/>
              </a:rPr>
              <a:t> Control</a:t>
            </a:r>
            <a:endParaRPr lang="en-US" sz="1050" b="1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F3E2712-769F-320A-47B2-5D31FF01F757}"/>
              </a:ext>
            </a:extLst>
          </p:cNvPr>
          <p:cNvSpPr/>
          <p:nvPr/>
        </p:nvSpPr>
        <p:spPr bwMode="auto">
          <a:xfrm>
            <a:off x="7355719" y="3953479"/>
            <a:ext cx="4572929" cy="2448000"/>
          </a:xfrm>
          <a:prstGeom prst="rect">
            <a:avLst/>
          </a:prstGeom>
          <a:noFill/>
          <a:ln w="38100">
            <a:solidFill>
              <a:srgbClr val="FF9737"/>
            </a:solidFill>
            <a:prstDash val="lg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" name="Arrow: Up-Down 37">
            <a:extLst>
              <a:ext uri="{FF2B5EF4-FFF2-40B4-BE49-F238E27FC236}">
                <a16:creationId xmlns:a16="http://schemas.microsoft.com/office/drawing/2014/main" id="{A9BC7913-AB85-FAA3-DFE1-A1C6BA9AB839}"/>
              </a:ext>
            </a:extLst>
          </p:cNvPr>
          <p:cNvSpPr/>
          <p:nvPr/>
        </p:nvSpPr>
        <p:spPr bwMode="auto">
          <a:xfrm>
            <a:off x="9418214" y="2627975"/>
            <a:ext cx="684076" cy="1299854"/>
          </a:xfrm>
          <a:prstGeom prst="upDownArrow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F210E6-5CC8-6DF7-6980-017EC55E22D4}"/>
              </a:ext>
            </a:extLst>
          </p:cNvPr>
          <p:cNvSpPr txBox="1"/>
          <p:nvPr/>
        </p:nvSpPr>
        <p:spPr bwMode="auto">
          <a:xfrm>
            <a:off x="7231592" y="3702009"/>
            <a:ext cx="174472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b="1" kern="0">
                <a:solidFill>
                  <a:srgbClr val="F97414"/>
                </a:solidFill>
                <a:latin typeface="+mn-lt"/>
              </a:rPr>
              <a:t>Interior of Chamber:</a:t>
            </a:r>
            <a:endParaRPr lang="en-US" b="1" kern="0" baseline="0" dirty="0">
              <a:solidFill>
                <a:srgbClr val="F97414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694CD7-C816-C1F9-0802-5E8E786D287E}"/>
              </a:ext>
            </a:extLst>
          </p:cNvPr>
          <p:cNvSpPr txBox="1"/>
          <p:nvPr/>
        </p:nvSpPr>
        <p:spPr bwMode="auto">
          <a:xfrm>
            <a:off x="10102290" y="3378364"/>
            <a:ext cx="98804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kern="0">
                <a:latin typeface="+mn-lt"/>
              </a:rPr>
              <a:t>Real-time test updates</a:t>
            </a:r>
            <a:endParaRPr lang="en-US" kern="0" baseline="0" dirty="0"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083D07-1144-818D-479E-1A9951E51E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352" y="6558622"/>
            <a:ext cx="7380000" cy="221316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952600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A81CE-7ADD-4CCB-75E3-7D6582BAD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575984"/>
          </a:xfrm>
        </p:spPr>
        <p:txBody>
          <a:bodyPr/>
          <a:lstStyle/>
          <a:p>
            <a:r>
              <a:rPr lang="en-US"/>
              <a:t>Over-temperature Trigger Test 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768DC7-4EE2-C8A7-3CD8-501BFB2D1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75352"/>
              </a:buClr>
              <a:buSzTx/>
              <a:buFontTx/>
              <a:buNone/>
              <a:tabLst/>
              <a:defRPr/>
            </a:pPr>
            <a:endParaRPr kumimoji="0" lang="en-US" sz="1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0969E-54FC-C9FE-1D62-FDB4D11A6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8285"/>
              </a:buClr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/>
                <a:cs typeface="Arial"/>
              </a:rPr>
              <a:t> </a:t>
            </a:r>
            <a:endParaRPr kumimoji="0" lang="en-US" sz="1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6" name="Picture 5" descr="A graph of a function&#10;&#10;AI-generated content may be incorrect.">
            <a:extLst>
              <a:ext uri="{FF2B5EF4-FFF2-40B4-BE49-F238E27FC236}">
                <a16:creationId xmlns:a16="http://schemas.microsoft.com/office/drawing/2014/main" id="{864BF245-9B16-89F6-8BDF-401C896CF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08" y="1354274"/>
            <a:ext cx="7377783" cy="4680000"/>
          </a:xfrm>
          <a:prstGeom prst="rect">
            <a:avLst/>
          </a:prstGeom>
        </p:spPr>
      </p:pic>
      <p:pic>
        <p:nvPicPr>
          <p:cNvPr id="8" name="Picture 7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28E4D8A9-6C8A-2404-3AF2-2036C20B4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048" y="1662078"/>
            <a:ext cx="5521544" cy="316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A856DB-80E6-3A4B-D144-AD58FD2BE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6558622"/>
            <a:ext cx="7380000" cy="221316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67405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2D241-702E-408B-A255-4BD75DA0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647992"/>
          </a:xfrm>
        </p:spPr>
        <p:txBody>
          <a:bodyPr/>
          <a:lstStyle/>
          <a:p>
            <a:r>
              <a:rPr lang="en-US"/>
              <a:t>Overcharge Trigger Test 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E656ED-8292-5B1C-372C-62176C3A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575352"/>
              </a:buClr>
              <a:buSzTx/>
              <a:buFontTx/>
              <a:buNone/>
              <a:tabLst/>
              <a:defRPr/>
            </a:pPr>
            <a:endParaRPr kumimoji="0" lang="en-US" sz="1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8EE84-6BE9-606D-6DB8-48A06B87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28285"/>
              </a:buClr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/>
                <a:cs typeface="Arial"/>
              </a:rPr>
              <a:t> </a:t>
            </a:r>
            <a:endParaRPr kumimoji="0" lang="en-US" sz="100" b="0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6" name="Picture 5" descr="A graph of a number of numbers and lines&#10;&#10;AI-generated content may be incorrect.">
            <a:extLst>
              <a:ext uri="{FF2B5EF4-FFF2-40B4-BE49-F238E27FC236}">
                <a16:creationId xmlns:a16="http://schemas.microsoft.com/office/drawing/2014/main" id="{949752F4-6CC8-592E-E218-59247BC1E6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1537663"/>
            <a:ext cx="7044528" cy="424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140640-089C-F187-EC4E-6A31940D6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6558622"/>
            <a:ext cx="7380000" cy="221316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pic>
        <p:nvPicPr>
          <p:cNvPr id="10" name="Picture 9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B7E638AE-8015-606B-B9AB-68095C7032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451" y="1059035"/>
            <a:ext cx="5668883" cy="39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681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1">
            <a:extLst>
              <a:ext uri="{FF2B5EF4-FFF2-40B4-BE49-F238E27FC236}">
                <a16:creationId xmlns:a16="http://schemas.microsoft.com/office/drawing/2014/main" id="{6316036F-775D-4BC0-9E8C-36987EAD4BB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450013" y="2620962"/>
            <a:ext cx="1773238" cy="3603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72000" rIns="72000" bIns="72000" anchor="ctr"/>
          <a:lstStyle>
            <a:lvl1pPr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 marL="742950" indent="-28575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 marL="11430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 marL="16002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 marL="20574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pPr algn="r">
              <a:lnSpc>
                <a:spcPct val="120000"/>
              </a:lnSpc>
            </a:pPr>
            <a:r>
              <a:rPr lang="en-US" altLang="de-DE" sz="1200">
                <a:solidFill>
                  <a:srgbClr val="FFFFFF"/>
                </a:solidFill>
              </a:rPr>
              <a:t>higher Hz range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A79D53-5221-45A2-AE9C-5DFF57359B0B}"/>
              </a:ext>
            </a:extLst>
          </p:cNvPr>
          <p:cNvSpPr/>
          <p:nvPr/>
        </p:nvSpPr>
        <p:spPr bwMode="auto">
          <a:xfrm rot="16200000">
            <a:off x="7170738" y="2620962"/>
            <a:ext cx="1773238" cy="3603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r" defTabSz="5760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Lower Hz range</a:t>
            </a:r>
          </a:p>
        </p:txBody>
      </p:sp>
      <p:sp>
        <p:nvSpPr>
          <p:cNvPr id="39940" name="Rectangle 20">
            <a:extLst>
              <a:ext uri="{FF2B5EF4-FFF2-40B4-BE49-F238E27FC236}">
                <a16:creationId xmlns:a16="http://schemas.microsoft.com/office/drawing/2014/main" id="{E18EE60E-D0CD-41A6-8AAA-F964FF51A215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810375" y="2620963"/>
            <a:ext cx="1773238" cy="3603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72000" rIns="72000" bIns="72000" anchor="ctr"/>
          <a:lstStyle>
            <a:lvl1pPr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 marL="742950" indent="-28575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 marL="11430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 marL="16002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 marL="20574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pPr algn="r">
              <a:lnSpc>
                <a:spcPct val="120000"/>
              </a:lnSpc>
            </a:pPr>
            <a:r>
              <a:rPr lang="en-US" altLang="de-DE" sz="1200">
                <a:solidFill>
                  <a:srgbClr val="FFFFFF"/>
                </a:solidFill>
              </a:rPr>
              <a:t>mid Hz range</a:t>
            </a:r>
          </a:p>
        </p:txBody>
      </p:sp>
      <p:sp>
        <p:nvSpPr>
          <p:cNvPr id="39941" name="Title 1">
            <a:extLst>
              <a:ext uri="{FF2B5EF4-FFF2-40B4-BE49-F238E27FC236}">
                <a16:creationId xmlns:a16="http://schemas.microsoft.com/office/drawing/2014/main" id="{CA05E5C3-BE0B-4B1B-8B92-52F1F18F00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5360" y="188720"/>
            <a:ext cx="9505056" cy="720000"/>
          </a:xfrm>
        </p:spPr>
        <p:txBody>
          <a:bodyPr/>
          <a:lstStyle/>
          <a:p>
            <a:r>
              <a:rPr lang="en-US" altLang="de-DE" sz="2000"/>
              <a:t>Nyquist plot from EIS (electrochemical impedance spectroscopy) testing</a:t>
            </a:r>
            <a:endParaRPr lang="en-US" altLang="de-DE" sz="2000" dirty="0"/>
          </a:p>
        </p:txBody>
      </p:sp>
      <p:grpSp>
        <p:nvGrpSpPr>
          <p:cNvPr id="39942" name="Group 4">
            <a:extLst>
              <a:ext uri="{FF2B5EF4-FFF2-40B4-BE49-F238E27FC236}">
                <a16:creationId xmlns:a16="http://schemas.microsoft.com/office/drawing/2014/main" id="{8715E26F-79FF-4A83-A912-716EB5FC78E9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447800"/>
            <a:ext cx="5561013" cy="315913"/>
            <a:chOff x="9493" y="1260576"/>
            <a:chExt cx="7507424" cy="315161"/>
          </a:xfrm>
        </p:grpSpPr>
        <p:sp>
          <p:nvSpPr>
            <p:cNvPr id="39967" name="Rounded Rectangle 18">
              <a:extLst>
                <a:ext uri="{FF2B5EF4-FFF2-40B4-BE49-F238E27FC236}">
                  <a16:creationId xmlns:a16="http://schemas.microsoft.com/office/drawing/2014/main" id="{0C2373A4-DA27-4BCF-BB82-5F18E6DEE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3" y="1260576"/>
              <a:ext cx="7507424" cy="31516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72000" rIns="72000" bIns="72000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9pPr>
            </a:lstStyle>
            <a:p>
              <a:pPr algn="ctr"/>
              <a:r>
                <a:rPr lang="en-US" altLang="de-DE" b="1">
                  <a:solidFill>
                    <a:srgbClr val="1D1D1D"/>
                  </a:solidFill>
                </a:rPr>
                <a:t>Impedance spectrum of a Li-Ion battery vs frequency coverage 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411CF89-D3F2-4407-BC9B-D865D602AD94}"/>
                </a:ext>
              </a:extLst>
            </p:cNvPr>
            <p:cNvCxnSpPr>
              <a:cxnSpLocks/>
            </p:cNvCxnSpPr>
            <p:nvPr/>
          </p:nvCxnSpPr>
          <p:spPr>
            <a:xfrm>
              <a:off x="153084" y="1556732"/>
              <a:ext cx="7200954" cy="0"/>
            </a:xfrm>
            <a:prstGeom prst="line">
              <a:avLst/>
            </a:prstGeom>
            <a:ln w="28575" cap="flat" cmpd="sng" algn="ctr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5C30A3F7-BFA3-4B2E-B89D-17B463C6ACFC}"/>
              </a:ext>
            </a:extLst>
          </p:cNvPr>
          <p:cNvSpPr/>
          <p:nvPr/>
        </p:nvSpPr>
        <p:spPr bwMode="auto">
          <a:xfrm>
            <a:off x="1878013" y="1897063"/>
            <a:ext cx="3132137" cy="1773237"/>
          </a:xfrm>
          <a:prstGeom prst="rect">
            <a:avLst/>
          </a:prstGeom>
          <a:solidFill>
            <a:srgbClr val="0A8276">
              <a:alpha val="40000"/>
            </a:srgbClr>
          </a:solidFill>
          <a:ln w="9525">
            <a:noFill/>
            <a:miter lim="800000"/>
            <a:headEnd/>
            <a:tailEnd/>
          </a:ln>
        </p:spPr>
        <p:txBody>
          <a:bodyPr lIns="72000" tIns="72000" rIns="72000" bIns="72000"/>
          <a:lstStyle/>
          <a:p>
            <a:pPr algn="r" defTabSz="5760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 err="1">
                <a:solidFill>
                  <a:srgbClr val="FFFFFF"/>
                </a:solidFill>
                <a:latin typeface="Arial"/>
                <a:ea typeface="+mn-ea"/>
                <a:cs typeface="Arial"/>
              </a:rPr>
              <a:t>mHz</a:t>
            </a:r>
            <a:r>
              <a:rPr lang="en-US" kern="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 range</a:t>
            </a:r>
          </a:p>
          <a:p>
            <a:pPr algn="r" defTabSz="5760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Relevant for </a:t>
            </a:r>
            <a:r>
              <a:rPr lang="en-US" kern="0" dirty="0" err="1">
                <a:solidFill>
                  <a:srgbClr val="FFFFFF"/>
                </a:solidFill>
                <a:latin typeface="Arial"/>
                <a:ea typeface="+mn-ea"/>
                <a:cs typeface="Arial"/>
              </a:rPr>
              <a:t>SoX</a:t>
            </a:r>
            <a:r>
              <a:rPr lang="en-US" kern="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*</a:t>
            </a:r>
          </a:p>
        </p:txBody>
      </p:sp>
      <p:sp>
        <p:nvSpPr>
          <p:cNvPr id="39944" name="Freeform 16">
            <a:extLst>
              <a:ext uri="{FF2B5EF4-FFF2-40B4-BE49-F238E27FC236}">
                <a16:creationId xmlns:a16="http://schemas.microsoft.com/office/drawing/2014/main" id="{88613FCC-3585-46E5-8942-FAC1889521F2}"/>
              </a:ext>
            </a:extLst>
          </p:cNvPr>
          <p:cNvSpPr>
            <a:spLocks/>
          </p:cNvSpPr>
          <p:nvPr/>
        </p:nvSpPr>
        <p:spPr bwMode="auto">
          <a:xfrm>
            <a:off x="714375" y="4602163"/>
            <a:ext cx="4572000" cy="1036637"/>
          </a:xfrm>
          <a:custGeom>
            <a:avLst/>
            <a:gdLst>
              <a:gd name="T0" fmla="*/ 0 w 5509494"/>
              <a:gd name="T1" fmla="*/ 0 h 1780675"/>
              <a:gd name="T2" fmla="*/ 4572560 w 5509494"/>
              <a:gd name="T3" fmla="*/ 0 h 1780675"/>
              <a:gd name="T4" fmla="*/ 4572560 w 5509494"/>
              <a:gd name="T5" fmla="*/ 1036464 h 1780675"/>
              <a:gd name="T6" fmla="*/ 0 w 5509494"/>
              <a:gd name="T7" fmla="*/ 1036464 h 1780675"/>
              <a:gd name="T8" fmla="*/ 0 60000 65536"/>
              <a:gd name="T9" fmla="*/ 0 60000 65536"/>
              <a:gd name="T10" fmla="*/ 0 60000 65536"/>
              <a:gd name="T11" fmla="*/ 0 60000 65536"/>
              <a:gd name="T12" fmla="*/ 0 w 5509494"/>
              <a:gd name="T13" fmla="*/ 0 h 1780675"/>
              <a:gd name="T14" fmla="*/ 5509494 w 5509494"/>
              <a:gd name="T15" fmla="*/ 1780675 h 17806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09494" h="1780675">
                <a:moveTo>
                  <a:pt x="0" y="0"/>
                </a:moveTo>
                <a:lnTo>
                  <a:pt x="5509494" y="0"/>
                </a:lnTo>
                <a:lnTo>
                  <a:pt x="5509494" y="1780675"/>
                </a:lnTo>
                <a:lnTo>
                  <a:pt x="0" y="178067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5750" indent="-285750">
              <a:lnSpc>
                <a:spcPct val="12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defRPr>
            </a:lvl1pPr>
            <a:lvl2pPr marL="893763" indent="-285750">
              <a:lnSpc>
                <a:spcPct val="12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defRPr>
            </a:lvl2pPr>
            <a:lvl3pPr marL="755650" indent="-250825">
              <a:lnSpc>
                <a:spcPct val="12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defRPr>
            </a:lvl3pPr>
            <a:lvl4pPr marL="1006475" indent="-250825">
              <a:lnSpc>
                <a:spcPct val="12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defRPr>
            </a:lvl4pPr>
            <a:lvl5pPr marL="1258888" indent="-250825">
              <a:lnSpc>
                <a:spcPct val="12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defRPr>
            </a:lvl5pPr>
            <a:lvl6pPr marL="1716088" indent="-250825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defRPr>
            </a:lvl6pPr>
            <a:lvl7pPr marL="2173288" indent="-250825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defRPr>
            </a:lvl7pPr>
            <a:lvl8pPr marL="2630488" indent="-250825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defRPr>
            </a:lvl8pPr>
            <a:lvl9pPr marL="3087688" indent="-250825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de-DE">
                <a:solidFill>
                  <a:srgbClr val="000000"/>
                </a:solidFill>
                <a:ea typeface="Helvetica Neue"/>
                <a:cs typeface="Helvetica Neue"/>
              </a:rPr>
              <a:t>mHz till Low Hz range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de-DE" sz="1400" b="1">
                <a:solidFill>
                  <a:srgbClr val="000000"/>
                </a:solidFill>
                <a:ea typeface="Helvetica Neue"/>
                <a:cs typeface="Helvetica Neue"/>
                <a:sym typeface="Wingdings" panose="05000000000000000000" pitchFamily="2" charset="2"/>
              </a:rPr>
              <a:t>Gen1 EIS TLE9012DQU</a:t>
            </a:r>
            <a:endParaRPr lang="en-US" altLang="de-DE" sz="1400" b="1">
              <a:solidFill>
                <a:srgbClr val="000000"/>
              </a:solidFill>
              <a:ea typeface="Helvetica Neue"/>
              <a:cs typeface="Helvetica Neue"/>
            </a:endParaRPr>
          </a:p>
          <a:p>
            <a:pPr eaLnBrk="1" hangingPunct="1">
              <a:lnSpc>
                <a:spcPct val="100000"/>
              </a:lnSpc>
            </a:pPr>
            <a:r>
              <a:rPr lang="en-US" altLang="de-DE">
                <a:solidFill>
                  <a:srgbClr val="000000"/>
                </a:solidFill>
                <a:ea typeface="Helvetica Neue"/>
                <a:cs typeface="Helvetica Neue"/>
              </a:rPr>
              <a:t>mHz till Mid Hz range </a:t>
            </a:r>
            <a:endParaRPr lang="en-US" altLang="de-DE">
              <a:solidFill>
                <a:srgbClr val="000000"/>
              </a:solidFill>
              <a:ea typeface="Helvetica Neue"/>
              <a:cs typeface="Helvetica Neue"/>
              <a:sym typeface="Wingdings" panose="05000000000000000000" pitchFamily="2" charset="2"/>
            </a:endParaRPr>
          </a:p>
          <a:p>
            <a:pPr lvl="1" eaLnBrk="1" hangingPunct="1">
              <a:lnSpc>
                <a:spcPct val="100000"/>
              </a:lnSpc>
            </a:pPr>
            <a:r>
              <a:rPr lang="en-US" altLang="de-DE" sz="1400" b="1">
                <a:solidFill>
                  <a:srgbClr val="000000"/>
                </a:solidFill>
                <a:ea typeface="Helvetica Neue"/>
                <a:cs typeface="Helvetica Neue"/>
                <a:sym typeface="Wingdings" panose="05000000000000000000" pitchFamily="2" charset="2"/>
              </a:rPr>
              <a:t>Gen2 EIS TLE9018DQK</a:t>
            </a:r>
            <a:endParaRPr lang="en-US" altLang="de-DE" sz="1400" b="1">
              <a:solidFill>
                <a:srgbClr val="000000"/>
              </a:solidFill>
              <a:ea typeface="Helvetica Neue"/>
              <a:cs typeface="Helvetica Neue"/>
            </a:endParaRPr>
          </a:p>
          <a:p>
            <a:pPr eaLnBrk="1" hangingPunct="1">
              <a:lnSpc>
                <a:spcPct val="100000"/>
              </a:lnSpc>
            </a:pPr>
            <a:r>
              <a:rPr lang="en-US" altLang="de-DE">
                <a:solidFill>
                  <a:srgbClr val="000000"/>
                </a:solidFill>
                <a:ea typeface="Helvetica Neue"/>
                <a:cs typeface="Helvetica Neue"/>
              </a:rPr>
              <a:t>Higher frequencies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de-DE" sz="1400" b="1">
                <a:solidFill>
                  <a:srgbClr val="000000"/>
                </a:solidFill>
                <a:ea typeface="Helvetica Neue"/>
                <a:cs typeface="Helvetica Neue"/>
                <a:sym typeface="Wingdings" panose="05000000000000000000" pitchFamily="2" charset="2"/>
              </a:rPr>
              <a:t>Gen3/4 EIS TLE9024DQK/TLE90xxEQK</a:t>
            </a:r>
            <a:endParaRPr lang="en-US" altLang="de-DE" sz="1400" b="1">
              <a:solidFill>
                <a:srgbClr val="000000"/>
              </a:solidFill>
              <a:ea typeface="Helvetica Neue"/>
              <a:cs typeface="Helvetica Neue"/>
            </a:endParaRPr>
          </a:p>
        </p:txBody>
      </p:sp>
      <p:pic>
        <p:nvPicPr>
          <p:cNvPr id="39945" name="Picture 10">
            <a:extLst>
              <a:ext uri="{FF2B5EF4-FFF2-40B4-BE49-F238E27FC236}">
                <a16:creationId xmlns:a16="http://schemas.microsoft.com/office/drawing/2014/main" id="{72E43E90-6214-4006-9ED4-C225D9AFF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3" y="1824038"/>
            <a:ext cx="3970337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2DE3CD0-09E0-4DED-B0DD-D3765A149124}"/>
              </a:ext>
            </a:extLst>
          </p:cNvPr>
          <p:cNvSpPr/>
          <p:nvPr/>
        </p:nvSpPr>
        <p:spPr bwMode="auto">
          <a:xfrm rot="16200000">
            <a:off x="809625" y="2603501"/>
            <a:ext cx="1773237" cy="360362"/>
          </a:xfrm>
          <a:prstGeom prst="rect">
            <a:avLst/>
          </a:prstGeom>
          <a:solidFill>
            <a:srgbClr val="F97414">
              <a:alpha val="40000"/>
            </a:srgbClr>
          </a:solidFill>
          <a:ln w="9525">
            <a:noFill/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r" defTabSz="5760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Low Hz range</a:t>
            </a:r>
          </a:p>
        </p:txBody>
      </p:sp>
      <p:sp>
        <p:nvSpPr>
          <p:cNvPr id="39947" name="Rectangle 12">
            <a:extLst>
              <a:ext uri="{FF2B5EF4-FFF2-40B4-BE49-F238E27FC236}">
                <a16:creationId xmlns:a16="http://schemas.microsoft.com/office/drawing/2014/main" id="{5DCC4962-238C-46F7-90A0-352CD47E75A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50057" y="2604294"/>
            <a:ext cx="1773237" cy="358775"/>
          </a:xfrm>
          <a:prstGeom prst="rect">
            <a:avLst/>
          </a:prstGeom>
          <a:solidFill>
            <a:srgbClr val="E93909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72000" rIns="72000" bIns="72000" anchor="ctr"/>
          <a:lstStyle>
            <a:lvl1pPr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 marL="742950" indent="-28575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 marL="11430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 marL="16002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 marL="20574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pPr algn="r">
              <a:lnSpc>
                <a:spcPct val="120000"/>
              </a:lnSpc>
            </a:pPr>
            <a:r>
              <a:rPr lang="en-US" altLang="de-DE" sz="1600">
                <a:solidFill>
                  <a:srgbClr val="FFFFFF"/>
                </a:solidFill>
              </a:rPr>
              <a:t>Mid Hz range</a:t>
            </a:r>
          </a:p>
        </p:txBody>
      </p:sp>
      <p:sp>
        <p:nvSpPr>
          <p:cNvPr id="39948" name="Rectangle 13">
            <a:extLst>
              <a:ext uri="{FF2B5EF4-FFF2-40B4-BE49-F238E27FC236}">
                <a16:creationId xmlns:a16="http://schemas.microsoft.com/office/drawing/2014/main" id="{B5EC7134-1557-47C0-B70B-83D94074DC16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0488" y="2603500"/>
            <a:ext cx="1773237" cy="360363"/>
          </a:xfrm>
          <a:prstGeom prst="rect">
            <a:avLst/>
          </a:prstGeom>
          <a:solidFill>
            <a:srgbClr val="FF00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72000" rIns="72000" bIns="72000" anchor="ctr"/>
          <a:lstStyle>
            <a:lvl1pPr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 marL="742950" indent="-28575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 marL="11430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 marL="16002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 marL="20574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pPr algn="r">
              <a:lnSpc>
                <a:spcPct val="120000"/>
              </a:lnSpc>
            </a:pPr>
            <a:r>
              <a:rPr lang="en-US" altLang="de-DE" sz="1600">
                <a:solidFill>
                  <a:srgbClr val="FFFFFF"/>
                </a:solidFill>
              </a:rPr>
              <a:t>High Hz range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B0B13C-C62C-4E7D-9479-121AE25D903F}"/>
              </a:ext>
            </a:extLst>
          </p:cNvPr>
          <p:cNvSpPr/>
          <p:nvPr/>
        </p:nvSpPr>
        <p:spPr bwMode="auto">
          <a:xfrm>
            <a:off x="411163" y="1824038"/>
            <a:ext cx="5334000" cy="4340225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lIns="96000" tIns="96000" rIns="96000" bIns="96000" anchor="ctr"/>
          <a:lstStyle/>
          <a:p>
            <a:pPr algn="ctr">
              <a:defRPr/>
            </a:pPr>
            <a:endParaRPr lang="en-US" sz="2133" dirty="0">
              <a:solidFill>
                <a:srgbClr val="000000"/>
              </a:solidFill>
              <a:latin typeface="Arial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EBE57D-DA8F-4B18-971B-06836A6E2423}"/>
              </a:ext>
            </a:extLst>
          </p:cNvPr>
          <p:cNvSpPr/>
          <p:nvPr/>
        </p:nvSpPr>
        <p:spPr bwMode="auto">
          <a:xfrm>
            <a:off x="8239125" y="1914525"/>
            <a:ext cx="3132138" cy="177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lIns="72000" tIns="72000" rIns="72000" bIns="72000"/>
          <a:lstStyle/>
          <a:p>
            <a:pPr algn="r" defTabSz="5760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 kern="0" dirty="0">
              <a:solidFill>
                <a:srgbClr val="FFFFFF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39951" name="Freeform 16">
            <a:extLst>
              <a:ext uri="{FF2B5EF4-FFF2-40B4-BE49-F238E27FC236}">
                <a16:creationId xmlns:a16="http://schemas.microsoft.com/office/drawing/2014/main" id="{1B672F1C-94DB-418D-8147-F1015AE8AE66}"/>
              </a:ext>
            </a:extLst>
          </p:cNvPr>
          <p:cNvSpPr>
            <a:spLocks/>
          </p:cNvSpPr>
          <p:nvPr/>
        </p:nvSpPr>
        <p:spPr bwMode="auto">
          <a:xfrm>
            <a:off x="6716713" y="4602163"/>
            <a:ext cx="4560887" cy="1562100"/>
          </a:xfrm>
          <a:custGeom>
            <a:avLst/>
            <a:gdLst>
              <a:gd name="T0" fmla="*/ 0 w 5509494"/>
              <a:gd name="T1" fmla="*/ 0 h 1780675"/>
              <a:gd name="T2" fmla="*/ 4560569 w 5509494"/>
              <a:gd name="T3" fmla="*/ 0 h 1780675"/>
              <a:gd name="T4" fmla="*/ 4560569 w 5509494"/>
              <a:gd name="T5" fmla="*/ 1036464 h 1780675"/>
              <a:gd name="T6" fmla="*/ 0 w 5509494"/>
              <a:gd name="T7" fmla="*/ 1036464 h 1780675"/>
              <a:gd name="T8" fmla="*/ 0 60000 65536"/>
              <a:gd name="T9" fmla="*/ 0 60000 65536"/>
              <a:gd name="T10" fmla="*/ 0 60000 65536"/>
              <a:gd name="T11" fmla="*/ 0 60000 65536"/>
              <a:gd name="T12" fmla="*/ 0 w 5509494"/>
              <a:gd name="T13" fmla="*/ 0 h 1780675"/>
              <a:gd name="T14" fmla="*/ 5509494 w 5509494"/>
              <a:gd name="T15" fmla="*/ 1780675 h 17806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09494" h="1780675">
                <a:moveTo>
                  <a:pt x="0" y="0"/>
                </a:moveTo>
                <a:lnTo>
                  <a:pt x="5509494" y="0"/>
                </a:lnTo>
                <a:lnTo>
                  <a:pt x="5509494" y="1780675"/>
                </a:lnTo>
                <a:lnTo>
                  <a:pt x="0" y="178067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5750" indent="-285750">
              <a:lnSpc>
                <a:spcPct val="12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defRPr>
            </a:lvl1pPr>
            <a:lvl2pPr marL="503238" indent="-250825">
              <a:lnSpc>
                <a:spcPct val="12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defRPr>
            </a:lvl2pPr>
            <a:lvl3pPr marL="755650" indent="-250825">
              <a:lnSpc>
                <a:spcPct val="12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defRPr>
            </a:lvl3pPr>
            <a:lvl4pPr marL="1006475" indent="-250825">
              <a:lnSpc>
                <a:spcPct val="12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defRPr>
            </a:lvl4pPr>
            <a:lvl5pPr marL="1258888" indent="-250825">
              <a:lnSpc>
                <a:spcPct val="1200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defRPr>
            </a:lvl5pPr>
            <a:lvl6pPr marL="1716088" indent="-250825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defRPr>
            </a:lvl6pPr>
            <a:lvl7pPr marL="2173288" indent="-250825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defRPr>
            </a:lvl7pPr>
            <a:lvl8pPr marL="2630488" indent="-250825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defRPr>
            </a:lvl8pPr>
            <a:lvl9pPr marL="3087688" indent="-250825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de-DE" b="1">
                <a:solidFill>
                  <a:srgbClr val="000000"/>
                </a:solidFill>
                <a:ea typeface="Helvetica Neue"/>
                <a:cs typeface="Helvetica Neue"/>
              </a:rPr>
              <a:t>The higher the impedance frequency, </a:t>
            </a:r>
            <a:r>
              <a:rPr lang="en-US" altLang="de-DE">
                <a:solidFill>
                  <a:srgbClr val="000000"/>
                </a:solidFill>
                <a:ea typeface="Helvetica Neue"/>
                <a:cs typeface="Helvetica Neue"/>
              </a:rPr>
              <a:t>e.g., 1 kHz, the more crosstalk effects of the wiring of the battery cell itself are </a:t>
            </a:r>
            <a:r>
              <a:rPr lang="en-US" altLang="de-DE" b="1">
                <a:solidFill>
                  <a:srgbClr val="000000"/>
                </a:solidFill>
                <a:ea typeface="Helvetica Neue"/>
                <a:cs typeface="Helvetica Neue"/>
              </a:rPr>
              <a:t>overlaying the measurement</a:t>
            </a:r>
            <a:r>
              <a:rPr lang="en-US" altLang="de-DE">
                <a:solidFill>
                  <a:srgbClr val="000000"/>
                </a:solidFill>
                <a:ea typeface="Helvetica Neue"/>
                <a:cs typeface="Helvetica Neue"/>
              </a:rPr>
              <a:t>. </a:t>
            </a:r>
            <a:br>
              <a:rPr lang="en-US" altLang="de-DE" b="1">
                <a:solidFill>
                  <a:srgbClr val="000000"/>
                </a:solidFill>
                <a:ea typeface="Helvetica Neue"/>
                <a:cs typeface="Helvetica Neue"/>
              </a:rPr>
            </a:br>
            <a:endParaRPr lang="en-US" altLang="de-DE">
              <a:solidFill>
                <a:srgbClr val="000000"/>
              </a:solidFill>
              <a:ea typeface="Helvetica Neue"/>
              <a:cs typeface="Helvetica Neue"/>
            </a:endParaRPr>
          </a:p>
          <a:p>
            <a:pPr eaLnBrk="1" hangingPunct="1">
              <a:lnSpc>
                <a:spcPct val="100000"/>
              </a:lnSpc>
            </a:pPr>
            <a:r>
              <a:rPr lang="en-US" altLang="de-DE" b="1">
                <a:solidFill>
                  <a:srgbClr val="000000"/>
                </a:solidFill>
                <a:ea typeface="Helvetica Neue"/>
                <a:cs typeface="Helvetica Neue"/>
              </a:rPr>
              <a:t>SoH is the source for SoC algorithm calibration over aging </a:t>
            </a:r>
            <a:r>
              <a:rPr lang="en-US" altLang="de-DE">
                <a:solidFill>
                  <a:srgbClr val="000000"/>
                </a:solidFill>
                <a:ea typeface="Helvetica Neue"/>
                <a:cs typeface="Helvetica Neue"/>
              </a:rPr>
              <a:t>and </a:t>
            </a:r>
            <a:r>
              <a:rPr lang="en-US" altLang="de-DE" b="1">
                <a:solidFill>
                  <a:srgbClr val="000000"/>
                </a:solidFill>
                <a:ea typeface="Helvetica Neue"/>
                <a:cs typeface="Helvetica Neue"/>
              </a:rPr>
              <a:t>power estimations</a:t>
            </a:r>
            <a:r>
              <a:rPr lang="en-US" altLang="de-DE">
                <a:solidFill>
                  <a:srgbClr val="000000"/>
                </a:solidFill>
                <a:ea typeface="Helvetica Neue"/>
                <a:cs typeface="Helvetica Neue"/>
              </a:rPr>
              <a:t>.</a:t>
            </a:r>
            <a:r>
              <a:rPr lang="en-US" altLang="de-DE" b="1">
                <a:solidFill>
                  <a:srgbClr val="000000"/>
                </a:solidFill>
                <a:ea typeface="Helvetica Neue"/>
                <a:cs typeface="Helvetica Neue"/>
              </a:rPr>
              <a:t> </a:t>
            </a:r>
            <a:r>
              <a:rPr lang="en-US" altLang="de-DE">
                <a:solidFill>
                  <a:srgbClr val="000000"/>
                </a:solidFill>
                <a:ea typeface="Helvetica Neue"/>
                <a:cs typeface="Helvetica Neue"/>
              </a:rPr>
              <a:t>Hence, EIS implementation for SoH is valuable.</a:t>
            </a:r>
          </a:p>
        </p:txBody>
      </p:sp>
      <p:sp>
        <p:nvSpPr>
          <p:cNvPr id="39952" name="Freeform 16">
            <a:extLst>
              <a:ext uri="{FF2B5EF4-FFF2-40B4-BE49-F238E27FC236}">
                <a16:creationId xmlns:a16="http://schemas.microsoft.com/office/drawing/2014/main" id="{C255A17D-DB30-41ED-A061-C21C39821CBD}"/>
              </a:ext>
            </a:extLst>
          </p:cNvPr>
          <p:cNvSpPr>
            <a:spLocks/>
          </p:cNvSpPr>
          <p:nvPr/>
        </p:nvSpPr>
        <p:spPr bwMode="auto">
          <a:xfrm>
            <a:off x="8860799" y="3986161"/>
            <a:ext cx="2722884" cy="408782"/>
          </a:xfrm>
          <a:custGeom>
            <a:avLst/>
            <a:gdLst>
              <a:gd name="T0" fmla="*/ 0 w 5509494"/>
              <a:gd name="T1" fmla="*/ 0 h 1780675"/>
              <a:gd name="T2" fmla="*/ 3303983 w 5509494"/>
              <a:gd name="T3" fmla="*/ 0 h 1780675"/>
              <a:gd name="T4" fmla="*/ 3303983 w 5509494"/>
              <a:gd name="T5" fmla="*/ 286478 h 1780675"/>
              <a:gd name="T6" fmla="*/ 0 w 5509494"/>
              <a:gd name="T7" fmla="*/ 286478 h 1780675"/>
              <a:gd name="T8" fmla="*/ 0 60000 65536"/>
              <a:gd name="T9" fmla="*/ 0 60000 65536"/>
              <a:gd name="T10" fmla="*/ 0 60000 65536"/>
              <a:gd name="T11" fmla="*/ 0 60000 65536"/>
              <a:gd name="T12" fmla="*/ 0 w 5509494"/>
              <a:gd name="T13" fmla="*/ 0 h 1780675"/>
              <a:gd name="T14" fmla="*/ 5509494 w 5509494"/>
              <a:gd name="T15" fmla="*/ 1780675 h 17806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09494" h="1780675">
                <a:moveTo>
                  <a:pt x="0" y="0"/>
                </a:moveTo>
                <a:lnTo>
                  <a:pt x="5509494" y="0"/>
                </a:lnTo>
                <a:lnTo>
                  <a:pt x="5509494" y="1780675"/>
                </a:lnTo>
                <a:lnTo>
                  <a:pt x="0" y="178067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pPr eaLnBrk="1" hangingPunct="1">
              <a:buClr>
                <a:srgbClr val="E30034"/>
              </a:buClr>
              <a:buSzPct val="100000"/>
            </a:pPr>
            <a:r>
              <a:rPr lang="en-US" altLang="de-DE" sz="1200" b="1">
                <a:solidFill>
                  <a:srgbClr val="000000"/>
                </a:solidFill>
                <a:ea typeface="Helvetica Neue"/>
                <a:cs typeface="Helvetica Neue"/>
              </a:rPr>
              <a:t>*</a:t>
            </a:r>
            <a:r>
              <a:rPr lang="en-US" altLang="de-DE" sz="1200">
                <a:solidFill>
                  <a:srgbClr val="000000"/>
                </a:solidFill>
                <a:ea typeface="Helvetica Neue"/>
                <a:cs typeface="Helvetica Neue"/>
              </a:rPr>
              <a:t>Depending on cell chemistry, structure,</a:t>
            </a:r>
          </a:p>
          <a:p>
            <a:pPr eaLnBrk="1" hangingPunct="1">
              <a:buClr>
                <a:srgbClr val="E30034"/>
              </a:buClr>
              <a:buSzPct val="100000"/>
            </a:pPr>
            <a:r>
              <a:rPr lang="en-US" altLang="de-DE" sz="1200">
                <a:solidFill>
                  <a:srgbClr val="000000"/>
                </a:solidFill>
                <a:ea typeface="Helvetica Neue"/>
                <a:cs typeface="Helvetica Neue"/>
              </a:rPr>
              <a:t>use case, etc. </a:t>
            </a:r>
          </a:p>
        </p:txBody>
      </p:sp>
      <p:pic>
        <p:nvPicPr>
          <p:cNvPr id="39953" name="Picture 18">
            <a:extLst>
              <a:ext uri="{FF2B5EF4-FFF2-40B4-BE49-F238E27FC236}">
                <a16:creationId xmlns:a16="http://schemas.microsoft.com/office/drawing/2014/main" id="{B09C3257-7FFD-45B7-A1F1-9E63AE972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775" y="1843088"/>
            <a:ext cx="3970338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285BA95-C13C-4F9E-A044-31970EC5010A}"/>
              </a:ext>
            </a:extLst>
          </p:cNvPr>
          <p:cNvSpPr/>
          <p:nvPr/>
        </p:nvSpPr>
        <p:spPr bwMode="auto">
          <a:xfrm>
            <a:off x="6348413" y="1833563"/>
            <a:ext cx="5334000" cy="4338637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lIns="96000" tIns="96000" rIns="96000" bIns="96000" anchor="ctr"/>
          <a:lstStyle/>
          <a:p>
            <a:pPr algn="ctr">
              <a:defRPr/>
            </a:pPr>
            <a:endParaRPr lang="en-US" sz="2133" dirty="0">
              <a:solidFill>
                <a:srgbClr val="000000"/>
              </a:solidFill>
              <a:latin typeface="Arial"/>
              <a:ea typeface="Verdana" pitchFamily="34" charset="0"/>
              <a:cs typeface="Verdana" pitchFamily="34" charset="0"/>
            </a:endParaRPr>
          </a:p>
        </p:txBody>
      </p:sp>
      <p:sp>
        <p:nvSpPr>
          <p:cNvPr id="39955" name="Rounded Rectangle 18">
            <a:extLst>
              <a:ext uri="{FF2B5EF4-FFF2-40B4-BE49-F238E27FC236}">
                <a16:creationId xmlns:a16="http://schemas.microsoft.com/office/drawing/2014/main" id="{1E88C52B-C613-42F1-BCB2-320EEF88D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125" y="1463675"/>
            <a:ext cx="4343400" cy="3159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72000" rIns="72000" bIns="72000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pPr algn="ctr"/>
            <a:r>
              <a:rPr lang="en-US" altLang="de-DE" b="1">
                <a:solidFill>
                  <a:srgbClr val="1D1D1D"/>
                </a:solidFill>
              </a:rPr>
              <a:t>Relation – Impedance spectrum vs EIS use case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79B484F-9CA6-4B0E-9F3F-2A4CFDD67A7B}"/>
              </a:ext>
            </a:extLst>
          </p:cNvPr>
          <p:cNvSpPr/>
          <p:nvPr/>
        </p:nvSpPr>
        <p:spPr bwMode="auto">
          <a:xfrm rot="2848388">
            <a:off x="9378951" y="1487487"/>
            <a:ext cx="317500" cy="2422525"/>
          </a:xfrm>
          <a:prstGeom prst="ellipse">
            <a:avLst/>
          </a:prstGeom>
          <a:solidFill>
            <a:schemeClr val="tx2">
              <a:alpha val="35000"/>
            </a:schemeClr>
          </a:solidFill>
          <a:ln w="9525">
            <a:noFill/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endParaRPr lang="en-US" sz="16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170D47B-1DFC-489C-97F2-F6A1978533CE}"/>
              </a:ext>
            </a:extLst>
          </p:cNvPr>
          <p:cNvSpPr/>
          <p:nvPr/>
        </p:nvSpPr>
        <p:spPr bwMode="auto">
          <a:xfrm rot="6719330">
            <a:off x="8204200" y="3000376"/>
            <a:ext cx="238125" cy="876300"/>
          </a:xfrm>
          <a:prstGeom prst="ellipse">
            <a:avLst/>
          </a:prstGeom>
          <a:solidFill>
            <a:schemeClr val="accent3">
              <a:alpha val="35000"/>
            </a:schemeClr>
          </a:solidFill>
          <a:ln w="9525">
            <a:noFill/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endParaRPr lang="en-US" sz="16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4C32328-BD68-4F6F-9F41-EAE60327D8E5}"/>
              </a:ext>
            </a:extLst>
          </p:cNvPr>
          <p:cNvSpPr/>
          <p:nvPr/>
        </p:nvSpPr>
        <p:spPr bwMode="auto">
          <a:xfrm rot="3988497">
            <a:off x="7575551" y="3038475"/>
            <a:ext cx="215900" cy="727075"/>
          </a:xfrm>
          <a:prstGeom prst="ellipse">
            <a:avLst/>
          </a:prstGeom>
          <a:solidFill>
            <a:schemeClr val="accent6">
              <a:alpha val="21000"/>
            </a:schemeClr>
          </a:solidFill>
          <a:ln w="9525">
            <a:noFill/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endParaRPr lang="en-US" sz="16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2B74F54-7A40-4864-9521-DB536775E68A}"/>
              </a:ext>
            </a:extLst>
          </p:cNvPr>
          <p:cNvSpPr/>
          <p:nvPr/>
        </p:nvSpPr>
        <p:spPr bwMode="auto">
          <a:xfrm>
            <a:off x="7210425" y="3509963"/>
            <a:ext cx="215900" cy="288925"/>
          </a:xfrm>
          <a:prstGeom prst="ellipse">
            <a:avLst/>
          </a:prstGeom>
          <a:solidFill>
            <a:schemeClr val="accent4">
              <a:alpha val="83000"/>
            </a:schemeClr>
          </a:solidFill>
          <a:ln w="9525">
            <a:noFill/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endParaRPr lang="en-US" sz="16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E324FAC2-70B8-4F8B-93F4-735B161527F8}"/>
              </a:ext>
            </a:extLst>
          </p:cNvPr>
          <p:cNvSpPr/>
          <p:nvPr/>
        </p:nvSpPr>
        <p:spPr bwMode="auto">
          <a:xfrm>
            <a:off x="5805488" y="3397250"/>
            <a:ext cx="528637" cy="762000"/>
          </a:xfrm>
          <a:prstGeom prst="rightArrow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endParaRPr lang="en-US" sz="16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70CB4A-518B-4EBA-9660-BF39212466CD}"/>
              </a:ext>
            </a:extLst>
          </p:cNvPr>
          <p:cNvSpPr txBox="1"/>
          <p:nvPr/>
        </p:nvSpPr>
        <p:spPr bwMode="auto">
          <a:xfrm>
            <a:off x="9625013" y="2395538"/>
            <a:ext cx="360362" cy="233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defTabSz="5760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defRPr/>
            </a:pPr>
            <a:r>
              <a:rPr lang="en-US" b="1" kern="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SoH</a:t>
            </a:r>
            <a:endParaRPr lang="en-US" b="1" kern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E87A93-DE04-4A79-9BB1-D78491B17827}"/>
              </a:ext>
            </a:extLst>
          </p:cNvPr>
          <p:cNvSpPr txBox="1"/>
          <p:nvPr/>
        </p:nvSpPr>
        <p:spPr bwMode="auto">
          <a:xfrm>
            <a:off x="8175625" y="3114675"/>
            <a:ext cx="358775" cy="23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defTabSz="5760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defRPr/>
            </a:pPr>
            <a:r>
              <a:rPr lang="en-US" b="1" kern="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SoC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C8A36D-56C8-4465-B2A5-31B91E5645AB}"/>
              </a:ext>
            </a:extLst>
          </p:cNvPr>
          <p:cNvSpPr txBox="1"/>
          <p:nvPr/>
        </p:nvSpPr>
        <p:spPr bwMode="auto">
          <a:xfrm>
            <a:off x="7413625" y="3014663"/>
            <a:ext cx="477838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defTabSz="5760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defRPr/>
            </a:pPr>
            <a:r>
              <a:rPr lang="en-US" b="1" kern="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Temp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7A642F-9CE7-48A6-B61A-84541477466B}"/>
              </a:ext>
            </a:extLst>
          </p:cNvPr>
          <p:cNvSpPr txBox="1"/>
          <p:nvPr/>
        </p:nvSpPr>
        <p:spPr bwMode="auto">
          <a:xfrm>
            <a:off x="7351713" y="3756025"/>
            <a:ext cx="53975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defTabSz="5760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defRPr/>
            </a:pPr>
            <a:r>
              <a:rPr lang="en-US" b="1" kern="0" dirty="0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Power</a:t>
            </a:r>
          </a:p>
        </p:txBody>
      </p:sp>
      <p:sp>
        <p:nvSpPr>
          <p:cNvPr id="39965" name="Freeform 16">
            <a:extLst>
              <a:ext uri="{FF2B5EF4-FFF2-40B4-BE49-F238E27FC236}">
                <a16:creationId xmlns:a16="http://schemas.microsoft.com/office/drawing/2014/main" id="{2AA46756-3CB2-4E4F-BF91-34A51BC0070F}"/>
              </a:ext>
            </a:extLst>
          </p:cNvPr>
          <p:cNvSpPr>
            <a:spLocks/>
          </p:cNvSpPr>
          <p:nvPr/>
        </p:nvSpPr>
        <p:spPr bwMode="auto">
          <a:xfrm>
            <a:off x="2890838" y="3986161"/>
            <a:ext cx="2736304" cy="450329"/>
          </a:xfrm>
          <a:custGeom>
            <a:avLst/>
            <a:gdLst>
              <a:gd name="T0" fmla="*/ 0 w 5509494"/>
              <a:gd name="T1" fmla="*/ 0 h 1780675"/>
              <a:gd name="T2" fmla="*/ 3303983 w 5509494"/>
              <a:gd name="T3" fmla="*/ 0 h 1780675"/>
              <a:gd name="T4" fmla="*/ 3303983 w 5509494"/>
              <a:gd name="T5" fmla="*/ 286478 h 1780675"/>
              <a:gd name="T6" fmla="*/ 0 w 5509494"/>
              <a:gd name="T7" fmla="*/ 286478 h 1780675"/>
              <a:gd name="T8" fmla="*/ 0 60000 65536"/>
              <a:gd name="T9" fmla="*/ 0 60000 65536"/>
              <a:gd name="T10" fmla="*/ 0 60000 65536"/>
              <a:gd name="T11" fmla="*/ 0 60000 65536"/>
              <a:gd name="T12" fmla="*/ 0 w 5509494"/>
              <a:gd name="T13" fmla="*/ 0 h 1780675"/>
              <a:gd name="T14" fmla="*/ 5509494 w 5509494"/>
              <a:gd name="T15" fmla="*/ 1780675 h 17806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09494" h="1780675">
                <a:moveTo>
                  <a:pt x="0" y="0"/>
                </a:moveTo>
                <a:lnTo>
                  <a:pt x="5509494" y="0"/>
                </a:lnTo>
                <a:lnTo>
                  <a:pt x="5509494" y="1780675"/>
                </a:lnTo>
                <a:lnTo>
                  <a:pt x="0" y="178067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pPr eaLnBrk="1" hangingPunct="1">
              <a:buClr>
                <a:srgbClr val="E30034"/>
              </a:buClr>
              <a:buSzPct val="100000"/>
            </a:pPr>
            <a:r>
              <a:rPr lang="en-US" altLang="de-DE" sz="1200" b="1">
                <a:solidFill>
                  <a:srgbClr val="000000"/>
                </a:solidFill>
                <a:ea typeface="Helvetica Neue"/>
                <a:cs typeface="Helvetica Neue"/>
              </a:rPr>
              <a:t>*</a:t>
            </a:r>
            <a:r>
              <a:rPr lang="en-US" altLang="de-DE" sz="1200">
                <a:solidFill>
                  <a:srgbClr val="000000"/>
                </a:solidFill>
                <a:ea typeface="Helvetica Neue"/>
                <a:cs typeface="Helvetica Neue"/>
              </a:rPr>
              <a:t>Depending on cell chemistry, structure,</a:t>
            </a:r>
          </a:p>
          <a:p>
            <a:pPr eaLnBrk="1" hangingPunct="1">
              <a:buClr>
                <a:srgbClr val="E30034"/>
              </a:buClr>
              <a:buSzPct val="100000"/>
            </a:pPr>
            <a:r>
              <a:rPr lang="en-US" altLang="de-DE" sz="1200">
                <a:solidFill>
                  <a:srgbClr val="000000"/>
                </a:solidFill>
                <a:ea typeface="Helvetica Neue"/>
                <a:cs typeface="Helvetica Neue"/>
              </a:rPr>
              <a:t>use case, etc. 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79F544B-DF33-460C-B394-DAC2BFAA8E11}"/>
              </a:ext>
            </a:extLst>
          </p:cNvPr>
          <p:cNvCxnSpPr>
            <a:cxnSpLocks/>
          </p:cNvCxnSpPr>
          <p:nvPr/>
        </p:nvCxnSpPr>
        <p:spPr>
          <a:xfrm>
            <a:off x="6334125" y="1752600"/>
            <a:ext cx="5334000" cy="0"/>
          </a:xfrm>
          <a:prstGeom prst="line">
            <a:avLst/>
          </a:prstGeom>
          <a:ln w="28575" cap="flat" cmpd="sng" algn="ctr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D359673-F34C-DEDD-8DAD-428B1CDCC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6558622"/>
            <a:ext cx="7380000" cy="221316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F14153-CE6B-4350-ABE9-A3B673D3D83D}"/>
              </a:ext>
            </a:extLst>
          </p:cNvPr>
          <p:cNvSpPr/>
          <p:nvPr/>
        </p:nvSpPr>
        <p:spPr bwMode="auto">
          <a:xfrm>
            <a:off x="806279" y="1543064"/>
            <a:ext cx="4412101" cy="482281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lIns="180000" tIns="0" rIns="180000" bIns="0"/>
          <a:lstStyle/>
          <a:p>
            <a:pPr marL="171450" indent="-171450">
              <a:buFontTx/>
              <a:buChar char="-"/>
              <a:defRPr/>
            </a:pPr>
            <a:endParaRPr lang="de-DE" sz="1000" dirty="0">
              <a:latin typeface="+mn-lt"/>
              <a:ea typeface="Verdana" pitchFamily="34" charset="0"/>
              <a:cs typeface="Verdana" pitchFamily="34" charset="0"/>
            </a:endParaRPr>
          </a:p>
          <a:p>
            <a:pPr marL="171450" indent="-171450">
              <a:buFontTx/>
              <a:buChar char="-"/>
              <a:defRPr/>
            </a:pPr>
            <a:endParaRPr lang="de-DE" sz="1000" dirty="0">
              <a:latin typeface="+mn-lt"/>
              <a:ea typeface="Verdana" pitchFamily="34" charset="0"/>
              <a:cs typeface="Verdana" pitchFamily="34" charset="0"/>
            </a:endParaRPr>
          </a:p>
          <a:p>
            <a:pPr marL="171450" indent="-171450">
              <a:buFontTx/>
              <a:buChar char="-"/>
              <a:defRPr/>
            </a:pPr>
            <a:endParaRPr lang="de-DE" sz="1000" dirty="0">
              <a:latin typeface="+mn-lt"/>
              <a:ea typeface="Verdana" pitchFamily="34" charset="0"/>
              <a:cs typeface="Verdana" pitchFamily="34" charset="0"/>
            </a:endParaRPr>
          </a:p>
          <a:p>
            <a:pPr marL="171450" indent="-171450">
              <a:buFontTx/>
              <a:buChar char="-"/>
              <a:defRPr/>
            </a:pPr>
            <a:endParaRPr lang="de-DE" sz="1000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38916" name="Title 1">
            <a:extLst>
              <a:ext uri="{FF2B5EF4-FFF2-40B4-BE49-F238E27FC236}">
                <a16:creationId xmlns:a16="http://schemas.microsoft.com/office/drawing/2014/main" id="{6E8B97BC-EE59-40A9-B472-3F9F3B967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4963" y="265037"/>
            <a:ext cx="10225087" cy="454175"/>
          </a:xfrm>
        </p:spPr>
        <p:txBody>
          <a:bodyPr/>
          <a:lstStyle/>
          <a:p>
            <a:r>
              <a:rPr lang="en-US" altLang="de-DE" dirty="0"/>
              <a:t>Using </a:t>
            </a:r>
            <a:r>
              <a:rPr lang="en-US" altLang="de-DE"/>
              <a:t>EIS data from aging </a:t>
            </a:r>
            <a:r>
              <a:rPr lang="en-US" altLang="de-DE" dirty="0"/>
              <a:t>c</a:t>
            </a:r>
            <a:r>
              <a:rPr lang="en-US" altLang="de-DE"/>
              <a:t>ells </a:t>
            </a:r>
            <a:endParaRPr lang="en-US" alt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1FC73C-9B2E-4EC9-8C27-D4E544CD10A9}"/>
              </a:ext>
            </a:extLst>
          </p:cNvPr>
          <p:cNvSpPr txBox="1"/>
          <p:nvPr/>
        </p:nvSpPr>
        <p:spPr bwMode="auto">
          <a:xfrm>
            <a:off x="1453651" y="1552349"/>
            <a:ext cx="3106737" cy="576263"/>
          </a:xfrm>
          <a:prstGeom prst="flowChartProcess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defRPr/>
            </a:pPr>
            <a:r>
              <a:rPr lang="en-US" b="1" kern="0">
                <a:ea typeface="Verdana" pitchFamily="34" charset="0"/>
                <a:cs typeface="Arial" panose="020B0604020202020204" pitchFamily="34" charset="0"/>
              </a:rPr>
              <a:t>Characterisation </a:t>
            </a:r>
            <a:r>
              <a:rPr lang="en-US" b="1" kern="0" dirty="0">
                <a:ea typeface="Verdana" pitchFamily="34" charset="0"/>
                <a:cs typeface="Arial" panose="020B0604020202020204" pitchFamily="34" charset="0"/>
              </a:rPr>
              <a:t>of cells </a:t>
            </a:r>
            <a:br>
              <a:rPr lang="en-US" b="1" kern="0" dirty="0">
                <a:ea typeface="Verdana" pitchFamily="34" charset="0"/>
                <a:cs typeface="Arial" panose="020B0604020202020204" pitchFamily="34" charset="0"/>
              </a:rPr>
            </a:br>
            <a:r>
              <a:rPr lang="en-US" b="1" kern="0" dirty="0">
                <a:ea typeface="Verdana" pitchFamily="34" charset="0"/>
                <a:cs typeface="Arial" panose="020B0604020202020204" pitchFamily="34" charset="0"/>
              </a:rPr>
              <a:t>in frequency and time domain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F7184D-84DF-421E-A6F5-A4222D98A3AC}"/>
              </a:ext>
            </a:extLst>
          </p:cNvPr>
          <p:cNvSpPr/>
          <p:nvPr/>
        </p:nvSpPr>
        <p:spPr bwMode="auto">
          <a:xfrm>
            <a:off x="7001579" y="1552349"/>
            <a:ext cx="4412101" cy="484686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lIns="180000" tIns="0" rIns="180000" bIns="0"/>
          <a:lstStyle/>
          <a:p>
            <a:pPr marL="171450" indent="-171450">
              <a:buFontTx/>
              <a:buChar char="-"/>
              <a:defRPr/>
            </a:pPr>
            <a:endParaRPr lang="de-DE" sz="1000" dirty="0">
              <a:latin typeface="+mn-lt"/>
              <a:ea typeface="Verdana" pitchFamily="34" charset="0"/>
              <a:cs typeface="Verdana" pitchFamily="34" charset="0"/>
            </a:endParaRPr>
          </a:p>
          <a:p>
            <a:pPr marL="171450" indent="-171450">
              <a:buFontTx/>
              <a:buChar char="-"/>
              <a:defRPr/>
            </a:pPr>
            <a:endParaRPr lang="de-DE" sz="1000" dirty="0">
              <a:latin typeface="+mn-lt"/>
              <a:ea typeface="Verdana" pitchFamily="34" charset="0"/>
              <a:cs typeface="Verdana" pitchFamily="34" charset="0"/>
            </a:endParaRPr>
          </a:p>
          <a:p>
            <a:pPr marL="171450" indent="-171450">
              <a:buFontTx/>
              <a:buChar char="-"/>
              <a:defRPr/>
            </a:pPr>
            <a:endParaRPr lang="de-DE" sz="1000" dirty="0">
              <a:latin typeface="+mn-lt"/>
              <a:ea typeface="Verdana" pitchFamily="34" charset="0"/>
              <a:cs typeface="Verdana" pitchFamily="34" charset="0"/>
            </a:endParaRPr>
          </a:p>
          <a:p>
            <a:pPr marL="171450" indent="-171450">
              <a:buFontTx/>
              <a:buChar char="-"/>
              <a:defRPr/>
            </a:pPr>
            <a:endParaRPr lang="de-DE" sz="1000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404AC1-3B4B-4FDB-A8C9-BD8434203A02}"/>
              </a:ext>
            </a:extLst>
          </p:cNvPr>
          <p:cNvSpPr txBox="1"/>
          <p:nvPr/>
        </p:nvSpPr>
        <p:spPr bwMode="auto">
          <a:xfrm>
            <a:off x="8056821" y="1617403"/>
            <a:ext cx="2459038" cy="576263"/>
          </a:xfrm>
          <a:prstGeom prst="flowChartProcess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72000" tIns="72000" rIns="72000" bIns="72000"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defRPr/>
            </a:pPr>
            <a:r>
              <a:rPr lang="en-US" b="1" kern="0">
                <a:ea typeface="Verdana" pitchFamily="34" charset="0"/>
                <a:cs typeface="Arial" panose="020B0604020202020204" pitchFamily="34" charset="0"/>
              </a:rPr>
              <a:t>Model parameterisation </a:t>
            </a:r>
            <a:r>
              <a:rPr lang="en-US" b="1" kern="0" dirty="0">
                <a:ea typeface="Verdana" pitchFamily="34" charset="0"/>
                <a:cs typeface="Arial" panose="020B0604020202020204" pitchFamily="34" charset="0"/>
              </a:rPr>
              <a:t>and algorithm development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23131F-CCBE-4619-8219-1D4012EBCC24}"/>
              </a:ext>
            </a:extLst>
          </p:cNvPr>
          <p:cNvSpPr txBox="1"/>
          <p:nvPr/>
        </p:nvSpPr>
        <p:spPr bwMode="auto">
          <a:xfrm>
            <a:off x="340246" y="1021705"/>
            <a:ext cx="11522075" cy="361950"/>
          </a:xfrm>
          <a:prstGeom prst="flowChartProcess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defRPr/>
            </a:pPr>
            <a:r>
              <a:rPr lang="en-US" b="1" kern="0" dirty="0">
                <a:solidFill>
                  <a:schemeClr val="accent1"/>
                </a:solidFill>
                <a:ea typeface="Verdana" pitchFamily="34" charset="0"/>
                <a:cs typeface="Arial" panose="020B0604020202020204" pitchFamily="34" charset="0"/>
              </a:rPr>
              <a:t>From aging data </a:t>
            </a:r>
            <a:r>
              <a:rPr lang="en-US" b="1" kern="0">
                <a:solidFill>
                  <a:schemeClr val="accent1"/>
                </a:solidFill>
                <a:ea typeface="Verdana" pitchFamily="34" charset="0"/>
                <a:cs typeface="Arial" panose="020B0604020202020204" pitchFamily="34" charset="0"/>
              </a:rPr>
              <a:t>to TR prediction model</a:t>
            </a:r>
            <a:r>
              <a:rPr lang="en-US" b="1" kern="0" dirty="0">
                <a:solidFill>
                  <a:schemeClr val="accent1"/>
                </a:solidFill>
                <a:ea typeface="Verdana" pitchFamily="34" charset="0"/>
                <a:cs typeface="Arial" panose="020B0604020202020204" pitchFamily="34" charset="0"/>
              </a:rPr>
              <a:t>…</a:t>
            </a:r>
            <a:endParaRPr lang="en-US" kern="0" dirty="0">
              <a:solidFill>
                <a:schemeClr val="accent1"/>
              </a:solidFill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Graphic 25" descr="Fast Forward with solid fill">
            <a:extLst>
              <a:ext uri="{FF2B5EF4-FFF2-40B4-BE49-F238E27FC236}">
                <a16:creationId xmlns:a16="http://schemas.microsoft.com/office/drawing/2014/main" id="{ADA24346-7446-47CA-868C-57852C31FD02}"/>
              </a:ext>
            </a:extLst>
          </p:cNvPr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3991058" y="1059805"/>
            <a:ext cx="285750" cy="285750"/>
          </a:xfrm>
          <a:prstGeom prst="rect">
            <a:avLst/>
          </a:prstGeom>
        </p:spPr>
      </p:pic>
      <p:pic>
        <p:nvPicPr>
          <p:cNvPr id="27" name="Graphic 26" descr="Fast Forward with solid fill">
            <a:extLst>
              <a:ext uri="{FF2B5EF4-FFF2-40B4-BE49-F238E27FC236}">
                <a16:creationId xmlns:a16="http://schemas.microsoft.com/office/drawing/2014/main" id="{9F670483-0073-40E2-A6AF-94C05F0F18DD}"/>
              </a:ext>
            </a:extLst>
          </p:cNvPr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7883921" y="1059805"/>
            <a:ext cx="285750" cy="28575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3EE0872-C958-4715-BB90-FE08885F9E1F}"/>
              </a:ext>
            </a:extLst>
          </p:cNvPr>
          <p:cNvSpPr txBox="1"/>
          <p:nvPr/>
        </p:nvSpPr>
        <p:spPr bwMode="auto">
          <a:xfrm>
            <a:off x="1502144" y="5980316"/>
            <a:ext cx="30273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177800" indent="-177800" defTabSz="576000" fontAlgn="auto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latin typeface="+mn-lt"/>
                <a:ea typeface="+mn-ea"/>
                <a:cs typeface="+mn-cs"/>
              </a:rPr>
              <a:t>Aging tests </a:t>
            </a:r>
            <a:r>
              <a:rPr lang="en-US" sz="1000" kern="0">
                <a:latin typeface="+mn-lt"/>
                <a:ea typeface="+mn-ea"/>
                <a:cs typeface="+mn-cs"/>
              </a:rPr>
              <a:t>on LFP / NMC cells aim </a:t>
            </a:r>
            <a:r>
              <a:rPr lang="en-US" sz="1000" kern="0" dirty="0">
                <a:latin typeface="+mn-lt"/>
                <a:ea typeface="+mn-ea"/>
                <a:cs typeface="+mn-cs"/>
              </a:rPr>
              <a:t>to identify aging-sensitive cell </a:t>
            </a:r>
            <a:r>
              <a:rPr lang="en-US" sz="1000" kern="0">
                <a:latin typeface="+mn-lt"/>
                <a:ea typeface="+mn-ea"/>
                <a:cs typeface="+mn-cs"/>
              </a:rPr>
              <a:t>parameters </a:t>
            </a:r>
            <a:r>
              <a:rPr lang="en-US" sz="1000" kern="0">
                <a:latin typeface="+mn-lt"/>
              </a:rPr>
              <a:t>via</a:t>
            </a:r>
            <a:r>
              <a:rPr lang="en-US" sz="1000" kern="0">
                <a:latin typeface="+mn-lt"/>
                <a:ea typeface="+mn-ea"/>
                <a:cs typeface="+mn-cs"/>
              </a:rPr>
              <a:t> EIS.</a:t>
            </a:r>
            <a:endParaRPr lang="en-US" sz="1000" kern="0" dirty="0">
              <a:latin typeface="+mn-lt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BD0012-70D0-4A15-8F53-6A17DA25E1FE}"/>
              </a:ext>
            </a:extLst>
          </p:cNvPr>
          <p:cNvSpPr txBox="1"/>
          <p:nvPr/>
        </p:nvSpPr>
        <p:spPr bwMode="auto">
          <a:xfrm>
            <a:off x="7657322" y="5887516"/>
            <a:ext cx="3258035" cy="384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177800" indent="-177800" defTabSz="576000" fontAlgn="auto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latin typeface="+mn-lt"/>
                <a:ea typeface="+mn-ea"/>
                <a:cs typeface="+mn-cs"/>
              </a:rPr>
              <a:t>Validation</a:t>
            </a:r>
            <a:r>
              <a:rPr lang="en-US" sz="1000" kern="0" dirty="0">
                <a:latin typeface="+mn-lt"/>
                <a:ea typeface="+mn-ea"/>
                <a:cs typeface="+mn-cs"/>
              </a:rPr>
              <a:t> of </a:t>
            </a:r>
            <a:r>
              <a:rPr lang="en-US" sz="1000" kern="0">
                <a:latin typeface="+mn-lt"/>
                <a:ea typeface="+mn-ea"/>
                <a:cs typeface="+mn-cs"/>
              </a:rPr>
              <a:t>a real-time </a:t>
            </a:r>
            <a:r>
              <a:rPr lang="en-US" sz="1000" b="1" kern="0">
                <a:latin typeface="+mn-lt"/>
                <a:ea typeface="+mn-ea"/>
                <a:cs typeface="+mn-cs"/>
              </a:rPr>
              <a:t>model</a:t>
            </a:r>
            <a:r>
              <a:rPr lang="en-US" sz="1000" kern="0">
                <a:latin typeface="+mn-lt"/>
                <a:ea typeface="+mn-ea"/>
                <a:cs typeface="+mn-cs"/>
              </a:rPr>
              <a:t> </a:t>
            </a:r>
            <a:r>
              <a:rPr lang="en-US" sz="1000" kern="0" dirty="0">
                <a:latin typeface="+mn-lt"/>
                <a:ea typeface="+mn-ea"/>
                <a:cs typeface="+mn-cs"/>
              </a:rPr>
              <a:t>running </a:t>
            </a:r>
            <a:r>
              <a:rPr lang="en-US" sz="1000" kern="0">
                <a:latin typeface="+mn-lt"/>
                <a:ea typeface="+mn-ea"/>
                <a:cs typeface="+mn-cs"/>
              </a:rPr>
              <a:t>on </a:t>
            </a:r>
            <a:r>
              <a:rPr lang="en-US" sz="1000" b="1" kern="0">
                <a:latin typeface="+mn-lt"/>
                <a:ea typeface="+mn-ea"/>
                <a:cs typeface="+mn-cs"/>
              </a:rPr>
              <a:t>AURIX™</a:t>
            </a:r>
            <a:r>
              <a:rPr lang="en-US" sz="1000" kern="0">
                <a:latin typeface="+mn-lt"/>
                <a:ea typeface="+mn-ea"/>
                <a:cs typeface="+mn-cs"/>
              </a:rPr>
              <a:t>.</a:t>
            </a:r>
            <a:endParaRPr lang="en-US" sz="1000" kern="0" dirty="0">
              <a:latin typeface="+mn-lt"/>
              <a:ea typeface="+mn-ea"/>
              <a:cs typeface="+mn-cs"/>
            </a:endParaRPr>
          </a:p>
          <a:p>
            <a:pPr marL="177800" indent="-177800" defTabSz="576000" fontAlgn="auto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1" kern="0">
                <a:latin typeface="+mn-lt"/>
                <a:ea typeface="+mn-ea"/>
                <a:cs typeface="+mn-cs"/>
              </a:rPr>
              <a:t>Detection </a:t>
            </a:r>
            <a:r>
              <a:rPr lang="en-US" sz="1000" kern="0">
                <a:latin typeface="+mn-lt"/>
                <a:ea typeface="+mn-ea"/>
                <a:cs typeface="+mn-cs"/>
              </a:rPr>
              <a:t>of</a:t>
            </a:r>
            <a:r>
              <a:rPr lang="en-US" sz="1000" b="1" kern="0">
                <a:latin typeface="+mn-lt"/>
              </a:rPr>
              <a:t> </a:t>
            </a:r>
            <a:r>
              <a:rPr lang="en-US" sz="1000" b="1" kern="0">
                <a:latin typeface="+mn-lt"/>
                <a:ea typeface="+mn-ea"/>
                <a:cs typeface="+mn-cs"/>
              </a:rPr>
              <a:t>lithium </a:t>
            </a:r>
            <a:r>
              <a:rPr lang="en-US" sz="1000" b="1" kern="0" dirty="0">
                <a:latin typeface="+mn-lt"/>
                <a:ea typeface="+mn-ea"/>
                <a:cs typeface="+mn-cs"/>
              </a:rPr>
              <a:t>plating </a:t>
            </a:r>
            <a:r>
              <a:rPr lang="en-US" sz="1000" kern="0">
                <a:latin typeface="+mn-lt"/>
                <a:ea typeface="+mn-ea"/>
                <a:cs typeface="+mn-cs"/>
              </a:rPr>
              <a:t>using EIS.</a:t>
            </a:r>
            <a:endParaRPr lang="en-US" sz="1000" kern="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38E31EC7-EBCF-0919-043B-1BCE4E848669}"/>
              </a:ext>
            </a:extLst>
          </p:cNvPr>
          <p:cNvSpPr/>
          <p:nvPr/>
        </p:nvSpPr>
        <p:spPr bwMode="auto">
          <a:xfrm>
            <a:off x="5474551" y="3414469"/>
            <a:ext cx="1346064" cy="1080000"/>
          </a:xfrm>
          <a:prstGeom prst="rightArrow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SG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A794F5-7447-0316-3677-F785BE0F7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5029" y="2107516"/>
            <a:ext cx="3523982" cy="378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E24C14-6DB8-22AD-A735-A618A819BE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645" y="2298308"/>
            <a:ext cx="4038071" cy="342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FBA49B-7417-FE51-38AA-247CD3104D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352" y="6558622"/>
            <a:ext cx="7380000" cy="221316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 308">
            <a:extLst>
              <a:ext uri="{FF2B5EF4-FFF2-40B4-BE49-F238E27FC236}">
                <a16:creationId xmlns:a16="http://schemas.microsoft.com/office/drawing/2014/main" id="{1C55CF37-EC00-4256-AEF0-829CFC9C4B69}"/>
              </a:ext>
            </a:extLst>
          </p:cNvPr>
          <p:cNvSpPr/>
          <p:nvPr/>
        </p:nvSpPr>
        <p:spPr bwMode="auto">
          <a:xfrm>
            <a:off x="328613" y="1052513"/>
            <a:ext cx="6229350" cy="38893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endParaRPr lang="de-DE" sz="16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0777F97C-15A4-4AE3-9B0C-B544F8A368D0}"/>
              </a:ext>
            </a:extLst>
          </p:cNvPr>
          <p:cNvSpPr/>
          <p:nvPr/>
        </p:nvSpPr>
        <p:spPr bwMode="auto">
          <a:xfrm>
            <a:off x="328613" y="1052513"/>
            <a:ext cx="6229350" cy="444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r>
              <a:rPr lang="de-DE" sz="2000" b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Pack-Level </a:t>
            </a:r>
            <a:r>
              <a:rPr lang="de-DE" sz="2000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EIS</a:t>
            </a:r>
          </a:p>
        </p:txBody>
      </p:sp>
      <p:sp>
        <p:nvSpPr>
          <p:cNvPr id="41988" name="Title 1">
            <a:extLst>
              <a:ext uri="{FF2B5EF4-FFF2-40B4-BE49-F238E27FC236}">
                <a16:creationId xmlns:a16="http://schemas.microsoft.com/office/drawing/2014/main" id="{BB4E9C09-8FF1-4F42-B7DC-888CA1ADA1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5360" y="188720"/>
            <a:ext cx="9613068" cy="556331"/>
          </a:xfrm>
        </p:spPr>
        <p:txBody>
          <a:bodyPr/>
          <a:lstStyle/>
          <a:p>
            <a:r>
              <a:rPr lang="de-DE" altLang="de-DE" dirty="0"/>
              <a:t>Types of EIS in </a:t>
            </a:r>
            <a:r>
              <a:rPr lang="de-DE" altLang="de-DE"/>
              <a:t>HV batteries </a:t>
            </a:r>
            <a:r>
              <a:rPr lang="de-DE" altLang="de-DE" dirty="0"/>
              <a:t>and </a:t>
            </a:r>
            <a:r>
              <a:rPr lang="de-DE" altLang="de-DE"/>
              <a:t>our available </a:t>
            </a:r>
            <a:r>
              <a:rPr lang="de-DE" altLang="de-DE" dirty="0"/>
              <a:t>s</a:t>
            </a:r>
            <a:r>
              <a:rPr lang="de-DE" altLang="de-DE"/>
              <a:t>olutions</a:t>
            </a:r>
            <a:endParaRPr lang="de-DE" altLang="de-DE" dirty="0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B14887E-342F-4D41-9C02-215728DCBF5B}"/>
              </a:ext>
            </a:extLst>
          </p:cNvPr>
          <p:cNvCxnSpPr>
            <a:cxnSpLocks/>
            <a:stCxn id="88" idx="1"/>
          </p:cNvCxnSpPr>
          <p:nvPr/>
        </p:nvCxnSpPr>
        <p:spPr>
          <a:xfrm>
            <a:off x="2590800" y="3843338"/>
            <a:ext cx="0" cy="744537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776B064-C563-4BBB-BDDE-37CABA8413A9}"/>
              </a:ext>
            </a:extLst>
          </p:cNvPr>
          <p:cNvCxnSpPr>
            <a:cxnSpLocks/>
            <a:stCxn id="84" idx="1"/>
          </p:cNvCxnSpPr>
          <p:nvPr/>
        </p:nvCxnSpPr>
        <p:spPr>
          <a:xfrm>
            <a:off x="2590800" y="2405063"/>
            <a:ext cx="0" cy="160337"/>
          </a:xfrm>
          <a:prstGeom prst="line">
            <a:avLst/>
          </a:prstGeom>
          <a:ln w="28575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1" name="Rectangle 81">
            <a:extLst>
              <a:ext uri="{FF2B5EF4-FFF2-40B4-BE49-F238E27FC236}">
                <a16:creationId xmlns:a16="http://schemas.microsoft.com/office/drawing/2014/main" id="{9E01E87D-ED8B-48E9-9C34-63C9C453D8B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405063" y="4286250"/>
            <a:ext cx="373062" cy="1603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72000" rIns="0" bIns="72000" anchor="ctr"/>
          <a:lstStyle>
            <a:lvl1pPr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 marL="742950" indent="-28575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 marL="11430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 marL="16002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 marL="20574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pPr algn="ctr">
              <a:lnSpc>
                <a:spcPct val="120000"/>
              </a:lnSpc>
            </a:pPr>
            <a:endParaRPr lang="de-DE" altLang="de-DE" sz="1200" baseline="-25000"/>
          </a:p>
        </p:txBody>
      </p:sp>
      <p:pic>
        <p:nvPicPr>
          <p:cNvPr id="84" name="Battery">
            <a:extLst>
              <a:ext uri="{FF2B5EF4-FFF2-40B4-BE49-F238E27FC236}">
                <a16:creationId xmlns:a16="http://schemas.microsoft.com/office/drawing/2014/main" id="{6716DE9D-B11C-4830-B830-A95411704DEA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088" y="2133600"/>
            <a:ext cx="227012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" name="Battery">
            <a:extLst>
              <a:ext uri="{FF2B5EF4-FFF2-40B4-BE49-F238E27FC236}">
                <a16:creationId xmlns:a16="http://schemas.microsoft.com/office/drawing/2014/main" id="{CA594112-4169-4BD5-A948-E1CA22EA4360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088" y="2565400"/>
            <a:ext cx="22701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182854C-B4A8-40F1-AB24-AA841250B4E3}"/>
              </a:ext>
            </a:extLst>
          </p:cNvPr>
          <p:cNvCxnSpPr>
            <a:cxnSpLocks/>
            <a:stCxn id="87" idx="1"/>
            <a:endCxn id="88" idx="3"/>
          </p:cNvCxnSpPr>
          <p:nvPr/>
        </p:nvCxnSpPr>
        <p:spPr>
          <a:xfrm>
            <a:off x="2590800" y="3411538"/>
            <a:ext cx="0" cy="158750"/>
          </a:xfrm>
          <a:prstGeom prst="line">
            <a:avLst/>
          </a:prstGeom>
          <a:ln w="28575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Battery">
            <a:extLst>
              <a:ext uri="{FF2B5EF4-FFF2-40B4-BE49-F238E27FC236}">
                <a16:creationId xmlns:a16="http://schemas.microsoft.com/office/drawing/2014/main" id="{2EE42863-FEF8-4A33-B426-CFB87DF85A1E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088" y="3138488"/>
            <a:ext cx="22701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" name="Battery">
            <a:extLst>
              <a:ext uri="{FF2B5EF4-FFF2-40B4-BE49-F238E27FC236}">
                <a16:creationId xmlns:a16="http://schemas.microsoft.com/office/drawing/2014/main" id="{E944E9A3-F07D-4007-A318-5621CD46E271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088" y="3570288"/>
            <a:ext cx="22701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BAEA2B8-7095-4F5F-9357-E3A9546E2DB8}"/>
              </a:ext>
            </a:extLst>
          </p:cNvPr>
          <p:cNvCxnSpPr>
            <a:cxnSpLocks/>
            <a:stCxn id="85" idx="1"/>
            <a:endCxn id="87" idx="3"/>
          </p:cNvCxnSpPr>
          <p:nvPr/>
        </p:nvCxnSpPr>
        <p:spPr>
          <a:xfrm flipH="1">
            <a:off x="2590800" y="2838450"/>
            <a:ext cx="0" cy="300038"/>
          </a:xfrm>
          <a:prstGeom prst="line">
            <a:avLst/>
          </a:prstGeom>
          <a:ln w="28575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8" name="Rectangle 89">
            <a:extLst>
              <a:ext uri="{FF2B5EF4-FFF2-40B4-BE49-F238E27FC236}">
                <a16:creationId xmlns:a16="http://schemas.microsoft.com/office/drawing/2014/main" id="{D1772648-FE08-457C-8803-6C35AC63A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4252913"/>
            <a:ext cx="346075" cy="26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 marL="742950" indent="-28575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 marL="11430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 marL="16002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 marL="20574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de-DE" altLang="de-DE" sz="800"/>
              <a:t>R</a:t>
            </a:r>
            <a:r>
              <a:rPr lang="de-DE" altLang="de-DE" sz="800" baseline="-25000"/>
              <a:t>sense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E470718-2793-4800-850B-132ECFA6CC01}"/>
              </a:ext>
            </a:extLst>
          </p:cNvPr>
          <p:cNvCxnSpPr>
            <a:cxnSpLocks/>
            <a:stCxn id="41991" idx="1"/>
            <a:endCxn id="103" idx="0"/>
          </p:cNvCxnSpPr>
          <p:nvPr/>
        </p:nvCxnSpPr>
        <p:spPr>
          <a:xfrm>
            <a:off x="2590800" y="4552950"/>
            <a:ext cx="0" cy="17145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79124D7-AA29-4F4F-9C83-FD2A890C37AE}"/>
              </a:ext>
            </a:extLst>
          </p:cNvPr>
          <p:cNvCxnSpPr>
            <a:cxnSpLocks/>
            <a:stCxn id="102" idx="4"/>
            <a:endCxn id="84" idx="3"/>
          </p:cNvCxnSpPr>
          <p:nvPr/>
        </p:nvCxnSpPr>
        <p:spPr>
          <a:xfrm>
            <a:off x="2590800" y="1916113"/>
            <a:ext cx="0" cy="217487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42450F21-56AD-43CE-8BF5-A04C45A18D71}"/>
              </a:ext>
            </a:extLst>
          </p:cNvPr>
          <p:cNvSpPr/>
          <p:nvPr/>
        </p:nvSpPr>
        <p:spPr bwMode="auto">
          <a:xfrm>
            <a:off x="2549525" y="1831975"/>
            <a:ext cx="84138" cy="84138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endParaRPr lang="de-DE" sz="16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9824092-BAE9-43D7-8BF4-4BA627377538}"/>
              </a:ext>
            </a:extLst>
          </p:cNvPr>
          <p:cNvSpPr/>
          <p:nvPr/>
        </p:nvSpPr>
        <p:spPr bwMode="auto">
          <a:xfrm>
            <a:off x="2549525" y="4724400"/>
            <a:ext cx="84138" cy="85725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endParaRPr lang="de-DE" sz="16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2003" name="Rectangle 105">
            <a:extLst>
              <a:ext uri="{FF2B5EF4-FFF2-40B4-BE49-F238E27FC236}">
                <a16:creationId xmlns:a16="http://schemas.microsoft.com/office/drawing/2014/main" id="{99B9F1DB-B767-412C-A8A0-082085882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6550" y="2035175"/>
            <a:ext cx="180975" cy="3857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 marL="742950" indent="-28575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 marL="11430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 marL="16002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 marL="20574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de-DE" altLang="de-DE" sz="900"/>
              <a:t>R1</a:t>
            </a:r>
          </a:p>
        </p:txBody>
      </p:sp>
      <p:sp>
        <p:nvSpPr>
          <p:cNvPr id="42004" name="Rectangle 106">
            <a:extLst>
              <a:ext uri="{FF2B5EF4-FFF2-40B4-BE49-F238E27FC236}">
                <a16:creationId xmlns:a16="http://schemas.microsoft.com/office/drawing/2014/main" id="{831E957A-BC70-4FB6-9773-9945E7412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6550" y="3403600"/>
            <a:ext cx="180975" cy="3857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1pPr>
            <a:lvl2pPr marL="742950" indent="-28575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2pPr>
            <a:lvl3pPr marL="11430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3pPr>
            <a:lvl4pPr marL="16002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4pPr>
            <a:lvl5pPr marL="2057400" indent="-228600" defTabSz="574675"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5pPr>
            <a:lvl6pPr marL="25146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6pPr>
            <a:lvl7pPr marL="29718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7pPr>
            <a:lvl8pPr marL="34290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8pPr>
            <a:lvl9pPr marL="3886200" indent="-228600" defTabSz="5746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/>
                <a:cs typeface="Arial Unicode M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de-DE" altLang="de-DE" sz="900"/>
              <a:t>R2</a:t>
            </a:r>
          </a:p>
        </p:txBody>
      </p:sp>
      <p:grpSp>
        <p:nvGrpSpPr>
          <p:cNvPr id="42005" name="Group 111">
            <a:extLst>
              <a:ext uri="{FF2B5EF4-FFF2-40B4-BE49-F238E27FC236}">
                <a16:creationId xmlns:a16="http://schemas.microsoft.com/office/drawing/2014/main" id="{2F01CB83-C456-4F9F-8EB1-C7CC677E2DBD}"/>
              </a:ext>
            </a:extLst>
          </p:cNvPr>
          <p:cNvGrpSpPr>
            <a:grpSpLocks/>
          </p:cNvGrpSpPr>
          <p:nvPr/>
        </p:nvGrpSpPr>
        <p:grpSpPr bwMode="auto">
          <a:xfrm>
            <a:off x="2786063" y="2740025"/>
            <a:ext cx="361950" cy="361950"/>
            <a:chOff x="7680176" y="3184223"/>
            <a:chExt cx="504056" cy="504056"/>
          </a:xfrm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22A9708-59B7-47E5-83E1-EE32FA4BCD69}"/>
                </a:ext>
              </a:extLst>
            </p:cNvPr>
            <p:cNvSpPr/>
            <p:nvPr/>
          </p:nvSpPr>
          <p:spPr bwMode="auto">
            <a:xfrm>
              <a:off x="7680176" y="3184223"/>
              <a:ext cx="504056" cy="50405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endParaRPr lang="de-DE" sz="16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120" name="Freeform: Shape 110">
              <a:extLst>
                <a:ext uri="{FF2B5EF4-FFF2-40B4-BE49-F238E27FC236}">
                  <a16:creationId xmlns:a16="http://schemas.microsoft.com/office/drawing/2014/main" id="{C0B5542F-D3E2-4858-9319-0765524E7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2184" y="3279785"/>
              <a:ext cx="360041" cy="312933"/>
            </a:xfrm>
            <a:custGeom>
              <a:avLst/>
              <a:gdLst>
                <a:gd name="T0" fmla="*/ 0 w 379663"/>
                <a:gd name="T1" fmla="*/ 176987 h 312933"/>
                <a:gd name="T2" fmla="*/ 96349 w 379663"/>
                <a:gd name="T3" fmla="*/ 3197 h 312933"/>
                <a:gd name="T4" fmla="*/ 251015 w 379663"/>
                <a:gd name="T5" fmla="*/ 310671 h 312933"/>
                <a:gd name="T6" fmla="*/ 360041 w 379663"/>
                <a:gd name="T7" fmla="*/ 118165 h 3129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9663" h="312933">
                  <a:moveTo>
                    <a:pt x="0" y="176987"/>
                  </a:moveTo>
                  <a:cubicBezTo>
                    <a:pt x="28742" y="78951"/>
                    <a:pt x="57484" y="-19084"/>
                    <a:pt x="101600" y="3197"/>
                  </a:cubicBezTo>
                  <a:cubicBezTo>
                    <a:pt x="145716" y="25478"/>
                    <a:pt x="218351" y="291510"/>
                    <a:pt x="264695" y="310671"/>
                  </a:cubicBezTo>
                  <a:cubicBezTo>
                    <a:pt x="311039" y="329832"/>
                    <a:pt x="345351" y="223998"/>
                    <a:pt x="379663" y="11816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de-DE"/>
            </a:p>
          </p:txBody>
        </p:sp>
      </p:grp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873A4046-0A5E-4700-8051-82CF8DB5CDAF}"/>
              </a:ext>
            </a:extLst>
          </p:cNvPr>
          <p:cNvCxnSpPr>
            <a:cxnSpLocks/>
            <a:stCxn id="102" idx="6"/>
            <a:endCxn id="42003" idx="0"/>
          </p:cNvCxnSpPr>
          <p:nvPr/>
        </p:nvCxnSpPr>
        <p:spPr>
          <a:xfrm>
            <a:off x="2633663" y="1874838"/>
            <a:ext cx="333375" cy="160337"/>
          </a:xfrm>
          <a:prstGeom prst="bentConnector2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7D595BAB-02E4-449F-B66E-8F4D47D307A7}"/>
              </a:ext>
            </a:extLst>
          </p:cNvPr>
          <p:cNvCxnSpPr>
            <a:cxnSpLocks/>
            <a:stCxn id="103" idx="6"/>
            <a:endCxn id="42004" idx="2"/>
          </p:cNvCxnSpPr>
          <p:nvPr/>
        </p:nvCxnSpPr>
        <p:spPr>
          <a:xfrm flipV="1">
            <a:off x="2633663" y="3789363"/>
            <a:ext cx="333375" cy="977900"/>
          </a:xfrm>
          <a:prstGeom prst="bentConnector2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3493F8B0-CD6C-4654-AC8E-B4E92DA96106}"/>
              </a:ext>
            </a:extLst>
          </p:cNvPr>
          <p:cNvCxnSpPr>
            <a:cxnSpLocks/>
            <a:stCxn id="42003" idx="2"/>
            <a:endCxn id="108" idx="0"/>
          </p:cNvCxnSpPr>
          <p:nvPr/>
        </p:nvCxnSpPr>
        <p:spPr>
          <a:xfrm>
            <a:off x="2967038" y="2420938"/>
            <a:ext cx="0" cy="319087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842B7AAF-5139-4A5D-97FF-643125546226}"/>
              </a:ext>
            </a:extLst>
          </p:cNvPr>
          <p:cNvCxnSpPr>
            <a:cxnSpLocks/>
            <a:stCxn id="108" idx="4"/>
            <a:endCxn id="42004" idx="0"/>
          </p:cNvCxnSpPr>
          <p:nvPr/>
        </p:nvCxnSpPr>
        <p:spPr>
          <a:xfrm>
            <a:off x="2967038" y="3101975"/>
            <a:ext cx="0" cy="301625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B55CD33-2CED-446F-999D-1B07911618A3}"/>
              </a:ext>
            </a:extLst>
          </p:cNvPr>
          <p:cNvSpPr/>
          <p:nvPr/>
        </p:nvSpPr>
        <p:spPr bwMode="auto">
          <a:xfrm>
            <a:off x="3262313" y="2649538"/>
            <a:ext cx="935037" cy="5445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r>
              <a:rPr lang="de-DE" dirty="0">
                <a:latin typeface="+mn-lt"/>
                <a:ea typeface="+mn-ea"/>
                <a:cs typeface="+mn-cs"/>
              </a:rPr>
              <a:t>Excitation</a:t>
            </a:r>
          </a:p>
          <a:p>
            <a:pPr algn="ctr" defTabSz="576000">
              <a:lnSpc>
                <a:spcPct val="120000"/>
              </a:lnSpc>
              <a:defRPr/>
            </a:pPr>
            <a:r>
              <a:rPr lang="de-DE" dirty="0">
                <a:latin typeface="+mn-lt"/>
                <a:ea typeface="+mn-ea"/>
                <a:cs typeface="+mn-cs"/>
              </a:rPr>
              <a:t>Circruit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C22B2A5-F050-4227-B435-F7BBCCE5D170}"/>
              </a:ext>
            </a:extLst>
          </p:cNvPr>
          <p:cNvSpPr/>
          <p:nvPr/>
        </p:nvSpPr>
        <p:spPr bwMode="auto">
          <a:xfrm>
            <a:off x="4846638" y="1700213"/>
            <a:ext cx="1504950" cy="30654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72000" tIns="36000" rIns="36000" bIns="36000"/>
          <a:lstStyle/>
          <a:p>
            <a:pPr algn="ctr" defTabSz="576000">
              <a:lnSpc>
                <a:spcPct val="120000"/>
              </a:lnSpc>
              <a:defRPr/>
            </a:pPr>
            <a:r>
              <a:rPr lang="de-DE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PSOC</a:t>
            </a:r>
            <a:r>
              <a:rPr lang="de-DE" b="1" baseline="300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TM</a:t>
            </a:r>
            <a:r>
              <a:rPr lang="de-DE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SPM</a:t>
            </a:r>
          </a:p>
        </p:txBody>
      </p:sp>
      <p:sp>
        <p:nvSpPr>
          <p:cNvPr id="130" name="Isosceles Triangle 129">
            <a:extLst>
              <a:ext uri="{FF2B5EF4-FFF2-40B4-BE49-F238E27FC236}">
                <a16:creationId xmlns:a16="http://schemas.microsoft.com/office/drawing/2014/main" id="{6CEE1BED-FBEC-4548-8AE8-9348659DFD47}"/>
              </a:ext>
            </a:extLst>
          </p:cNvPr>
          <p:cNvSpPr/>
          <p:nvPr/>
        </p:nvSpPr>
        <p:spPr bwMode="auto">
          <a:xfrm rot="16200000">
            <a:off x="5476875" y="2825750"/>
            <a:ext cx="285750" cy="190500"/>
          </a:xfrm>
          <a:prstGeom prst="triangle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endParaRPr lang="de-DE" sz="16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3357F2C-BE1E-4CB5-AF25-E1C7F3CE32B4}"/>
              </a:ext>
            </a:extLst>
          </p:cNvPr>
          <p:cNvSpPr/>
          <p:nvPr/>
        </p:nvSpPr>
        <p:spPr bwMode="auto">
          <a:xfrm>
            <a:off x="4775200" y="2857500"/>
            <a:ext cx="127000" cy="127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r>
              <a:rPr lang="de-DE" sz="700" dirty="0">
                <a:latin typeface="+mn-lt"/>
                <a:ea typeface="+mn-ea"/>
                <a:cs typeface="+mn-cs"/>
              </a:rPr>
              <a:t>2</a:t>
            </a: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153D25B-2BF6-4B54-9F1B-0E8F72EE4C0E}"/>
              </a:ext>
            </a:extLst>
          </p:cNvPr>
          <p:cNvCxnSpPr>
            <a:cxnSpLocks/>
            <a:stCxn id="131" idx="3"/>
            <a:endCxn id="130" idx="0"/>
          </p:cNvCxnSpPr>
          <p:nvPr/>
        </p:nvCxnSpPr>
        <p:spPr>
          <a:xfrm flipV="1">
            <a:off x="4902200" y="2921000"/>
            <a:ext cx="622300" cy="0"/>
          </a:xfrm>
          <a:prstGeom prst="line">
            <a:avLst/>
          </a:prstGeom>
          <a:ln w="952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B1918EBF-FE9A-4FEC-89EB-C33870CF3FBE}"/>
              </a:ext>
            </a:extLst>
          </p:cNvPr>
          <p:cNvCxnSpPr>
            <a:cxnSpLocks/>
            <a:stCxn id="130" idx="3"/>
            <a:endCxn id="151" idx="1"/>
          </p:cNvCxnSpPr>
          <p:nvPr/>
        </p:nvCxnSpPr>
        <p:spPr>
          <a:xfrm>
            <a:off x="5715000" y="2921000"/>
            <a:ext cx="139700" cy="0"/>
          </a:xfrm>
          <a:prstGeom prst="line">
            <a:avLst/>
          </a:prstGeom>
          <a:ln w="952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59FBF8A8-7B9B-43D4-AB07-6FFED841B1A1}"/>
              </a:ext>
            </a:extLst>
          </p:cNvPr>
          <p:cNvCxnSpPr>
            <a:cxnSpLocks/>
            <a:stCxn id="124" idx="3"/>
            <a:endCxn id="131" idx="1"/>
          </p:cNvCxnSpPr>
          <p:nvPr/>
        </p:nvCxnSpPr>
        <p:spPr>
          <a:xfrm>
            <a:off x="4197350" y="2921000"/>
            <a:ext cx="577850" cy="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CC75799-B502-4BA1-8F7C-B9DC7FA46803}"/>
              </a:ext>
            </a:extLst>
          </p:cNvPr>
          <p:cNvSpPr/>
          <p:nvPr/>
        </p:nvSpPr>
        <p:spPr bwMode="auto">
          <a:xfrm>
            <a:off x="4775200" y="3357563"/>
            <a:ext cx="127000" cy="127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r>
              <a:rPr lang="de-DE" sz="700" dirty="0"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B68365F-56E5-4678-B155-3A8FBF791469}"/>
              </a:ext>
            </a:extLst>
          </p:cNvPr>
          <p:cNvSpPr/>
          <p:nvPr/>
        </p:nvSpPr>
        <p:spPr bwMode="auto">
          <a:xfrm>
            <a:off x="4775200" y="3821113"/>
            <a:ext cx="127000" cy="127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r>
              <a:rPr lang="de-DE" sz="700" dirty="0">
                <a:latin typeface="+mn-lt"/>
                <a:ea typeface="+mn-ea"/>
                <a:cs typeface="+mn-cs"/>
              </a:rPr>
              <a:t>4</a:t>
            </a:r>
          </a:p>
        </p:txBody>
      </p:sp>
      <p:grpSp>
        <p:nvGrpSpPr>
          <p:cNvPr id="42019" name="Group 136">
            <a:extLst>
              <a:ext uri="{FF2B5EF4-FFF2-40B4-BE49-F238E27FC236}">
                <a16:creationId xmlns:a16="http://schemas.microsoft.com/office/drawing/2014/main" id="{1876C16C-84E3-437E-94CC-CFA141AD3AFD}"/>
              </a:ext>
            </a:extLst>
          </p:cNvPr>
          <p:cNvGrpSpPr>
            <a:grpSpLocks/>
          </p:cNvGrpSpPr>
          <p:nvPr/>
        </p:nvGrpSpPr>
        <p:grpSpPr bwMode="auto">
          <a:xfrm>
            <a:off x="5778500" y="3503613"/>
            <a:ext cx="114300" cy="325437"/>
            <a:chOff x="-744760" y="5373475"/>
            <a:chExt cx="98109" cy="277585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E4342B99-F0E0-43AB-9F89-18663A551B77}"/>
                </a:ext>
              </a:extLst>
            </p:cNvPr>
            <p:cNvSpPr/>
            <p:nvPr/>
          </p:nvSpPr>
          <p:spPr bwMode="auto">
            <a:xfrm>
              <a:off x="-744760" y="5373475"/>
              <a:ext cx="98109" cy="90723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endParaRPr lang="de-DE" sz="16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ECA15D9F-134A-4239-AEEA-AFCF1A458F74}"/>
                </a:ext>
              </a:extLst>
            </p:cNvPr>
            <p:cNvSpPr/>
            <p:nvPr/>
          </p:nvSpPr>
          <p:spPr bwMode="auto">
            <a:xfrm>
              <a:off x="-744760" y="5560337"/>
              <a:ext cx="98109" cy="90723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endParaRPr lang="de-DE" sz="16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</p:grp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1D95F309-6BC0-46C9-BAF7-5956EF352412}"/>
              </a:ext>
            </a:extLst>
          </p:cNvPr>
          <p:cNvCxnSpPr>
            <a:cxnSpLocks/>
          </p:cNvCxnSpPr>
          <p:nvPr/>
        </p:nvCxnSpPr>
        <p:spPr>
          <a:xfrm>
            <a:off x="4902200" y="3421063"/>
            <a:ext cx="876300" cy="136525"/>
          </a:xfrm>
          <a:prstGeom prst="bentConnector3">
            <a:avLst/>
          </a:prstGeom>
          <a:ln w="9525"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C31775B3-3F7D-41EA-A42C-16A9413995F0}"/>
              </a:ext>
            </a:extLst>
          </p:cNvPr>
          <p:cNvCxnSpPr>
            <a:cxnSpLocks/>
          </p:cNvCxnSpPr>
          <p:nvPr/>
        </p:nvCxnSpPr>
        <p:spPr>
          <a:xfrm flipV="1">
            <a:off x="4902200" y="3776663"/>
            <a:ext cx="876300" cy="107950"/>
          </a:xfrm>
          <a:prstGeom prst="bentConnector3">
            <a:avLst/>
          </a:prstGeom>
          <a:ln w="9525"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Flowchart: Off-page Connector 141">
            <a:extLst>
              <a:ext uri="{FF2B5EF4-FFF2-40B4-BE49-F238E27FC236}">
                <a16:creationId xmlns:a16="http://schemas.microsoft.com/office/drawing/2014/main" id="{D1723023-6C2F-4EEB-9FBE-DEBCC7F641A8}"/>
              </a:ext>
            </a:extLst>
          </p:cNvPr>
          <p:cNvSpPr/>
          <p:nvPr/>
        </p:nvSpPr>
        <p:spPr bwMode="auto">
          <a:xfrm rot="5400000">
            <a:off x="5692445" y="3290039"/>
            <a:ext cx="371373" cy="759844"/>
          </a:xfrm>
          <a:prstGeom prst="flowChartOffpageConnector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vert270" lIns="0" tIns="0" rIns="0" bIns="0" anchor="ctr"/>
          <a:lstStyle/>
          <a:p>
            <a:pPr algn="ctr" defTabSz="576000">
              <a:lnSpc>
                <a:spcPct val="120000"/>
              </a:lnSpc>
              <a:defRPr/>
            </a:pPr>
            <a:r>
              <a:rPr lang="de-DE" dirty="0">
                <a:latin typeface="Arial" charset="0"/>
                <a:ea typeface="+mn-ea"/>
                <a:cs typeface="+mn-cs"/>
              </a:rPr>
              <a:t>V</a:t>
            </a:r>
            <a:r>
              <a:rPr lang="de-DE" baseline="-25000" dirty="0">
                <a:latin typeface="Arial" charset="0"/>
                <a:ea typeface="+mn-ea"/>
                <a:cs typeface="+mn-cs"/>
              </a:rPr>
              <a:t>sense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3B0AC5EC-6ECE-47F6-A835-D7F7C250631E}"/>
              </a:ext>
            </a:extLst>
          </p:cNvPr>
          <p:cNvSpPr/>
          <p:nvPr/>
        </p:nvSpPr>
        <p:spPr bwMode="auto">
          <a:xfrm>
            <a:off x="4775200" y="4137025"/>
            <a:ext cx="127000" cy="127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r>
              <a:rPr lang="de-DE" sz="700" dirty="0">
                <a:latin typeface="+mn-lt"/>
                <a:ea typeface="+mn-ea"/>
                <a:cs typeface="+mn-cs"/>
              </a:rPr>
              <a:t>5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4B344F91-EDD5-42F7-B765-C5382CF7091F}"/>
              </a:ext>
            </a:extLst>
          </p:cNvPr>
          <p:cNvSpPr/>
          <p:nvPr/>
        </p:nvSpPr>
        <p:spPr bwMode="auto">
          <a:xfrm>
            <a:off x="4775200" y="4454525"/>
            <a:ext cx="127000" cy="127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r>
              <a:rPr lang="de-DE" sz="700" dirty="0">
                <a:latin typeface="+mn-lt"/>
                <a:ea typeface="+mn-ea"/>
                <a:cs typeface="+mn-cs"/>
              </a:rPr>
              <a:t>6</a:t>
            </a:r>
          </a:p>
        </p:txBody>
      </p:sp>
      <p:grpSp>
        <p:nvGrpSpPr>
          <p:cNvPr id="42025" name="Group 144">
            <a:extLst>
              <a:ext uri="{FF2B5EF4-FFF2-40B4-BE49-F238E27FC236}">
                <a16:creationId xmlns:a16="http://schemas.microsoft.com/office/drawing/2014/main" id="{5B054423-9A64-4F8B-9B19-E702392AC677}"/>
              </a:ext>
            </a:extLst>
          </p:cNvPr>
          <p:cNvGrpSpPr>
            <a:grpSpLocks/>
          </p:cNvGrpSpPr>
          <p:nvPr/>
        </p:nvGrpSpPr>
        <p:grpSpPr bwMode="auto">
          <a:xfrm>
            <a:off x="5778500" y="4192588"/>
            <a:ext cx="114300" cy="325437"/>
            <a:chOff x="-744760" y="5373475"/>
            <a:chExt cx="98109" cy="277585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5B7FB158-C38C-46FC-BAD8-84E24F7DA64A}"/>
                </a:ext>
              </a:extLst>
            </p:cNvPr>
            <p:cNvSpPr/>
            <p:nvPr/>
          </p:nvSpPr>
          <p:spPr bwMode="auto">
            <a:xfrm>
              <a:off x="-744760" y="5373475"/>
              <a:ext cx="98109" cy="90723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endParaRPr lang="de-DE" sz="16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6A48E088-A3C1-491E-B1EC-7434F1B7DACB}"/>
                </a:ext>
              </a:extLst>
            </p:cNvPr>
            <p:cNvSpPr/>
            <p:nvPr/>
          </p:nvSpPr>
          <p:spPr bwMode="auto">
            <a:xfrm>
              <a:off x="-744760" y="5560337"/>
              <a:ext cx="98109" cy="90723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endParaRPr lang="de-DE" sz="16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</p:grp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63759E2B-FA0F-4F90-9D78-8EFFBA4FC77E}"/>
              </a:ext>
            </a:extLst>
          </p:cNvPr>
          <p:cNvCxnSpPr>
            <a:cxnSpLocks/>
            <a:stCxn id="143" idx="3"/>
            <a:endCxn id="146" idx="1"/>
          </p:cNvCxnSpPr>
          <p:nvPr/>
        </p:nvCxnSpPr>
        <p:spPr>
          <a:xfrm>
            <a:off x="4902200" y="4200525"/>
            <a:ext cx="876300" cy="46038"/>
          </a:xfrm>
          <a:prstGeom prst="bentConnector3">
            <a:avLst/>
          </a:prstGeom>
          <a:ln w="9525"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7B49DD36-4915-4A04-A302-257BF816C908}"/>
              </a:ext>
            </a:extLst>
          </p:cNvPr>
          <p:cNvCxnSpPr>
            <a:cxnSpLocks/>
            <a:stCxn id="144" idx="3"/>
            <a:endCxn id="147" idx="1"/>
          </p:cNvCxnSpPr>
          <p:nvPr/>
        </p:nvCxnSpPr>
        <p:spPr>
          <a:xfrm flipV="1">
            <a:off x="4902200" y="4465638"/>
            <a:ext cx="876300" cy="52387"/>
          </a:xfrm>
          <a:prstGeom prst="bentConnector3">
            <a:avLst/>
          </a:prstGeom>
          <a:ln w="9525">
            <a:solidFill>
              <a:schemeClr val="bg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Flowchart: Off-page Connector 149">
            <a:extLst>
              <a:ext uri="{FF2B5EF4-FFF2-40B4-BE49-F238E27FC236}">
                <a16:creationId xmlns:a16="http://schemas.microsoft.com/office/drawing/2014/main" id="{77EC99F1-2004-4EE1-B0A5-05565B95A351}"/>
              </a:ext>
            </a:extLst>
          </p:cNvPr>
          <p:cNvSpPr/>
          <p:nvPr/>
        </p:nvSpPr>
        <p:spPr bwMode="auto">
          <a:xfrm rot="5400000">
            <a:off x="5692446" y="3968874"/>
            <a:ext cx="371371" cy="759844"/>
          </a:xfrm>
          <a:prstGeom prst="flowChartOffpageConnector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vert270" lIns="0" tIns="0" rIns="0" bIns="0" anchor="ctr"/>
          <a:lstStyle/>
          <a:p>
            <a:pPr algn="ctr" defTabSz="576000">
              <a:lnSpc>
                <a:spcPct val="120000"/>
              </a:lnSpc>
              <a:defRPr/>
            </a:pPr>
            <a:r>
              <a:rPr lang="de-DE" dirty="0">
                <a:latin typeface="+mn-lt"/>
                <a:ea typeface="+mn-ea"/>
                <a:cs typeface="+mn-cs"/>
              </a:rPr>
              <a:t>I</a:t>
            </a:r>
            <a:r>
              <a:rPr lang="de-DE" baseline="-25000" dirty="0">
                <a:latin typeface="+mn-lt"/>
                <a:ea typeface="+mn-ea"/>
                <a:cs typeface="+mn-cs"/>
              </a:rPr>
              <a:t>sense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A2C4789-0EE3-48F2-A6F0-765B5DE6B782}"/>
              </a:ext>
            </a:extLst>
          </p:cNvPr>
          <p:cNvSpPr txBox="1"/>
          <p:nvPr/>
        </p:nvSpPr>
        <p:spPr bwMode="auto">
          <a:xfrm>
            <a:off x="5854700" y="2833688"/>
            <a:ext cx="328613" cy="17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defTabSz="5760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defRPr/>
            </a:pPr>
            <a:r>
              <a:rPr lang="de-DE" sz="1050" kern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PWM</a:t>
            </a:r>
            <a:endParaRPr lang="de-DE" sz="1050" kern="0" baseline="-250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8E1146FB-3380-4388-9437-C361D73A0B7F}"/>
              </a:ext>
            </a:extLst>
          </p:cNvPr>
          <p:cNvCxnSpPr>
            <a:cxnSpLocks/>
            <a:stCxn id="102" idx="6"/>
            <a:endCxn id="42114" idx="0"/>
          </p:cNvCxnSpPr>
          <p:nvPr/>
        </p:nvCxnSpPr>
        <p:spPr>
          <a:xfrm>
            <a:off x="2633663" y="1874838"/>
            <a:ext cx="1622425" cy="1416050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A20F6CA1-A924-4C76-83FE-23DD50C80FA1}"/>
              </a:ext>
            </a:extLst>
          </p:cNvPr>
          <p:cNvCxnSpPr>
            <a:cxnSpLocks/>
            <a:stCxn id="103" idx="6"/>
            <a:endCxn id="42114" idx="2"/>
          </p:cNvCxnSpPr>
          <p:nvPr/>
        </p:nvCxnSpPr>
        <p:spPr>
          <a:xfrm flipV="1">
            <a:off x="2633663" y="3933825"/>
            <a:ext cx="1622425" cy="833438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Rectangle 232">
            <a:extLst>
              <a:ext uri="{FF2B5EF4-FFF2-40B4-BE49-F238E27FC236}">
                <a16:creationId xmlns:a16="http://schemas.microsoft.com/office/drawing/2014/main" id="{28BA67A8-FD61-4FFE-8A49-BA74D000E137}"/>
              </a:ext>
            </a:extLst>
          </p:cNvPr>
          <p:cNvSpPr/>
          <p:nvPr/>
        </p:nvSpPr>
        <p:spPr bwMode="auto">
          <a:xfrm>
            <a:off x="4775200" y="2476500"/>
            <a:ext cx="127000" cy="127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r>
              <a:rPr lang="de-DE" sz="700" dirty="0"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D2086ABC-A26E-40A4-B7D4-00F55988D679}"/>
              </a:ext>
            </a:extLst>
          </p:cNvPr>
          <p:cNvSpPr txBox="1"/>
          <p:nvPr/>
        </p:nvSpPr>
        <p:spPr bwMode="auto">
          <a:xfrm>
            <a:off x="4943475" y="2420938"/>
            <a:ext cx="188913" cy="17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defTabSz="5760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defRPr/>
            </a:pPr>
            <a:r>
              <a:rPr lang="de-DE" sz="1050" kern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V</a:t>
            </a:r>
            <a:r>
              <a:rPr lang="de-DE" sz="1050" kern="0" baseline="-250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dd</a:t>
            </a:r>
          </a:p>
        </p:txBody>
      </p:sp>
      <p:cxnSp>
        <p:nvCxnSpPr>
          <p:cNvPr id="236" name="Connector: Elbow 235">
            <a:extLst>
              <a:ext uri="{FF2B5EF4-FFF2-40B4-BE49-F238E27FC236}">
                <a16:creationId xmlns:a16="http://schemas.microsoft.com/office/drawing/2014/main" id="{24BBC990-67DD-4C51-AA69-DF0E7F809F13}"/>
              </a:ext>
            </a:extLst>
          </p:cNvPr>
          <p:cNvCxnSpPr>
            <a:cxnSpLocks/>
            <a:stCxn id="233" idx="1"/>
            <a:endCxn id="42112" idx="0"/>
          </p:cNvCxnSpPr>
          <p:nvPr/>
        </p:nvCxnSpPr>
        <p:spPr>
          <a:xfrm rot="10800000" flipV="1">
            <a:off x="4516438" y="2540000"/>
            <a:ext cx="258762" cy="787400"/>
          </a:xfrm>
          <a:prstGeom prst="bentConnector2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998C3174-95F3-4B0C-8FF7-7749B7EC3997}"/>
              </a:ext>
            </a:extLst>
          </p:cNvPr>
          <p:cNvCxnSpPr>
            <a:cxnSpLocks/>
            <a:endCxn id="135" idx="1"/>
          </p:cNvCxnSpPr>
          <p:nvPr/>
        </p:nvCxnSpPr>
        <p:spPr>
          <a:xfrm flipV="1">
            <a:off x="4111625" y="3421063"/>
            <a:ext cx="663575" cy="1587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372F4BEE-0ACB-48CC-95F8-07E6373E6344}"/>
              </a:ext>
            </a:extLst>
          </p:cNvPr>
          <p:cNvCxnSpPr>
            <a:cxnSpLocks/>
            <a:endCxn id="136" idx="1"/>
          </p:cNvCxnSpPr>
          <p:nvPr/>
        </p:nvCxnSpPr>
        <p:spPr>
          <a:xfrm>
            <a:off x="4111625" y="3881438"/>
            <a:ext cx="663575" cy="3175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Oval 276">
            <a:extLst>
              <a:ext uri="{FF2B5EF4-FFF2-40B4-BE49-F238E27FC236}">
                <a16:creationId xmlns:a16="http://schemas.microsoft.com/office/drawing/2014/main" id="{026201B3-6F78-4AE2-A55F-ECF1F7AF8E80}"/>
              </a:ext>
            </a:extLst>
          </p:cNvPr>
          <p:cNvSpPr/>
          <p:nvPr/>
        </p:nvSpPr>
        <p:spPr bwMode="auto">
          <a:xfrm>
            <a:off x="2549525" y="4049713"/>
            <a:ext cx="84138" cy="85725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endParaRPr lang="de-DE" sz="16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E231AC4B-D226-4CFA-8061-D549AE8BAC60}"/>
              </a:ext>
            </a:extLst>
          </p:cNvPr>
          <p:cNvSpPr/>
          <p:nvPr/>
        </p:nvSpPr>
        <p:spPr bwMode="auto">
          <a:xfrm>
            <a:off x="2549525" y="4603750"/>
            <a:ext cx="84138" cy="84138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endParaRPr lang="de-DE" sz="16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81" name="Connector: Elbow 280">
            <a:extLst>
              <a:ext uri="{FF2B5EF4-FFF2-40B4-BE49-F238E27FC236}">
                <a16:creationId xmlns:a16="http://schemas.microsoft.com/office/drawing/2014/main" id="{812A40B6-1B8F-4B77-926C-44F272F2E4D0}"/>
              </a:ext>
            </a:extLst>
          </p:cNvPr>
          <p:cNvCxnSpPr>
            <a:cxnSpLocks/>
            <a:stCxn id="280" idx="6"/>
            <a:endCxn id="144" idx="1"/>
          </p:cNvCxnSpPr>
          <p:nvPr/>
        </p:nvCxnSpPr>
        <p:spPr>
          <a:xfrm flipV="1">
            <a:off x="2633663" y="4518025"/>
            <a:ext cx="2141537" cy="127000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4" name="Connector: Elbow 283">
            <a:extLst>
              <a:ext uri="{FF2B5EF4-FFF2-40B4-BE49-F238E27FC236}">
                <a16:creationId xmlns:a16="http://schemas.microsoft.com/office/drawing/2014/main" id="{0BC2E493-E921-47C4-B9AC-EA5BB2134D01}"/>
              </a:ext>
            </a:extLst>
          </p:cNvPr>
          <p:cNvCxnSpPr>
            <a:cxnSpLocks/>
            <a:stCxn id="277" idx="6"/>
            <a:endCxn id="143" idx="1"/>
          </p:cNvCxnSpPr>
          <p:nvPr/>
        </p:nvCxnSpPr>
        <p:spPr>
          <a:xfrm>
            <a:off x="2633663" y="4092575"/>
            <a:ext cx="2141537" cy="107950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2041" name="Group 254">
            <a:extLst>
              <a:ext uri="{FF2B5EF4-FFF2-40B4-BE49-F238E27FC236}">
                <a16:creationId xmlns:a16="http://schemas.microsoft.com/office/drawing/2014/main" id="{DCFF386E-F8FD-4862-A660-5E0BBED5ED4F}"/>
              </a:ext>
            </a:extLst>
          </p:cNvPr>
          <p:cNvGrpSpPr>
            <a:grpSpLocks/>
          </p:cNvGrpSpPr>
          <p:nvPr/>
        </p:nvGrpSpPr>
        <p:grpSpPr bwMode="auto">
          <a:xfrm>
            <a:off x="3881438" y="3290888"/>
            <a:ext cx="749300" cy="642937"/>
            <a:chOff x="9325815" y="3700336"/>
            <a:chExt cx="639518" cy="371302"/>
          </a:xfrm>
        </p:grpSpPr>
        <p:sp>
          <p:nvSpPr>
            <p:cNvPr id="42112" name="Rectangle 243">
              <a:extLst>
                <a:ext uri="{FF2B5EF4-FFF2-40B4-BE49-F238E27FC236}">
                  <a16:creationId xmlns:a16="http://schemas.microsoft.com/office/drawing/2014/main" id="{D21E8832-898C-4D17-84EB-282E960EE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1080" y="3721406"/>
              <a:ext cx="172042" cy="10050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defTabSz="57467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1pPr>
              <a:lvl2pPr marL="742950" indent="-285750" defTabSz="57467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2pPr>
              <a:lvl3pPr marL="1143000" indent="-228600" defTabSz="57467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3pPr>
              <a:lvl4pPr marL="1600200" indent="-228600" defTabSz="57467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4pPr>
              <a:lvl5pPr marL="2057400" indent="-228600" defTabSz="57467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5pPr>
              <a:lvl6pPr marL="2514600" indent="-228600" defTabSz="574675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6pPr>
              <a:lvl7pPr marL="2971800" indent="-228600" defTabSz="574675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7pPr>
              <a:lvl8pPr marL="3429000" indent="-228600" defTabSz="574675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8pPr>
              <a:lvl9pPr marL="3886200" indent="-228600" defTabSz="574675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de-DE" altLang="de-DE" sz="900"/>
            </a:p>
          </p:txBody>
        </p:sp>
        <p:sp>
          <p:nvSpPr>
            <p:cNvPr id="42113" name="Rectangle 249">
              <a:extLst>
                <a:ext uri="{FF2B5EF4-FFF2-40B4-BE49-F238E27FC236}">
                  <a16:creationId xmlns:a16="http://schemas.microsoft.com/office/drawing/2014/main" id="{831AE05E-37E3-49B3-A0CB-ED58FEA42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1080" y="3907510"/>
              <a:ext cx="172042" cy="10050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defTabSz="57467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1pPr>
              <a:lvl2pPr marL="742950" indent="-285750" defTabSz="57467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2pPr>
              <a:lvl3pPr marL="1143000" indent="-228600" defTabSz="57467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3pPr>
              <a:lvl4pPr marL="1600200" indent="-228600" defTabSz="57467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4pPr>
              <a:lvl5pPr marL="2057400" indent="-228600" defTabSz="57467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5pPr>
              <a:lvl6pPr marL="2514600" indent="-228600" defTabSz="574675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6pPr>
              <a:lvl7pPr marL="2971800" indent="-228600" defTabSz="574675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7pPr>
              <a:lvl8pPr marL="3429000" indent="-228600" defTabSz="574675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8pPr>
              <a:lvl9pPr marL="3886200" indent="-228600" defTabSz="574675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de-DE" altLang="de-DE" sz="900"/>
            </a:p>
          </p:txBody>
        </p:sp>
        <p:sp>
          <p:nvSpPr>
            <p:cNvPr id="42114" name="Rectangle 242">
              <a:extLst>
                <a:ext uri="{FF2B5EF4-FFF2-40B4-BE49-F238E27FC236}">
                  <a16:creationId xmlns:a16="http://schemas.microsoft.com/office/drawing/2014/main" id="{9A9936C0-CDB9-4744-BF4F-9AAC2E065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5815" y="3700336"/>
              <a:ext cx="639518" cy="37130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>
              <a:lvl1pPr defTabSz="57467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1pPr>
              <a:lvl2pPr marL="742950" indent="-285750" defTabSz="57467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2pPr>
              <a:lvl3pPr marL="1143000" indent="-228600" defTabSz="57467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3pPr>
              <a:lvl4pPr marL="1600200" indent="-228600" defTabSz="57467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4pPr>
              <a:lvl5pPr marL="2057400" indent="-228600" defTabSz="574675"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5pPr>
              <a:lvl6pPr marL="2514600" indent="-228600" defTabSz="574675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6pPr>
              <a:lvl7pPr marL="2971800" indent="-228600" defTabSz="574675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7pPr>
              <a:lvl8pPr marL="3429000" indent="-228600" defTabSz="574675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8pPr>
              <a:lvl9pPr marL="3886200" indent="-228600" defTabSz="574675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Arial Unicode MS"/>
                  <a:cs typeface="Arial Unicode M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de-DE" altLang="de-DE" sz="1200"/>
                <a:t>AC decoupling</a:t>
              </a:r>
              <a:br>
                <a:rPr lang="de-DE" altLang="de-DE" sz="1200"/>
              </a:br>
              <a:r>
                <a:rPr lang="de-DE" altLang="de-DE" sz="1200"/>
                <a:t>circuit</a:t>
              </a:r>
            </a:p>
          </p:txBody>
        </p:sp>
      </p:grp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8F1386B9-B237-4D26-82D9-0B7CC16AB9ED}"/>
              </a:ext>
            </a:extLst>
          </p:cNvPr>
          <p:cNvCxnSpPr>
            <a:cxnSpLocks/>
            <a:stCxn id="108" idx="6"/>
            <a:endCxn id="124" idx="1"/>
          </p:cNvCxnSpPr>
          <p:nvPr/>
        </p:nvCxnSpPr>
        <p:spPr>
          <a:xfrm>
            <a:off x="3148013" y="2921000"/>
            <a:ext cx="114300" cy="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DA39BCDD-07D0-44AC-83D9-E4AB471D459C}"/>
              </a:ext>
            </a:extLst>
          </p:cNvPr>
          <p:cNvSpPr txBox="1"/>
          <p:nvPr/>
        </p:nvSpPr>
        <p:spPr bwMode="auto">
          <a:xfrm>
            <a:off x="328613" y="1628775"/>
            <a:ext cx="1760537" cy="333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252000" indent="-252000" defTabSz="5760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/>
            </a:pPr>
            <a:r>
              <a:rPr lang="de-DE" kern="0" dirty="0">
                <a:latin typeface="+mn-lt"/>
                <a:ea typeface="+mn-ea"/>
                <a:cs typeface="+mn-cs"/>
              </a:rPr>
              <a:t>Requires V/I sensing of the pack only.</a:t>
            </a:r>
          </a:p>
          <a:p>
            <a:pPr marL="252000" indent="-252000" defTabSz="5760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/>
            </a:pPr>
            <a:r>
              <a:rPr lang="de-DE" kern="0" dirty="0">
                <a:latin typeface="+mn-lt"/>
                <a:ea typeface="+mn-ea"/>
                <a:cs typeface="+mn-cs"/>
              </a:rPr>
              <a:t>Typically performed by the pack montoring IC.</a:t>
            </a:r>
          </a:p>
          <a:p>
            <a:pPr marL="252000" indent="-252000" defTabSz="5760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/>
            </a:pPr>
            <a:r>
              <a:rPr lang="de-DE" kern="0" dirty="0">
                <a:latin typeface="+mn-lt"/>
                <a:ea typeface="+mn-ea"/>
                <a:cs typeface="+mn-cs"/>
              </a:rPr>
              <a:t>Typically performed </a:t>
            </a:r>
            <a:r>
              <a:rPr lang="de-DE" kern="0">
                <a:latin typeface="+mn-lt"/>
                <a:ea typeface="+mn-ea"/>
                <a:cs typeface="+mn-cs"/>
              </a:rPr>
              <a:t>for intercept-point </a:t>
            </a:r>
            <a:r>
              <a:rPr lang="de-DE" kern="0" dirty="0">
                <a:latin typeface="+mn-lt"/>
                <a:ea typeface="+mn-ea"/>
                <a:cs typeface="+mn-cs"/>
              </a:rPr>
              <a:t>(typically high Hz) ranges for </a:t>
            </a:r>
            <a:r>
              <a:rPr lang="de-DE" kern="0">
                <a:latin typeface="+mn-lt"/>
                <a:ea typeface="+mn-ea"/>
                <a:cs typeface="+mn-cs"/>
              </a:rPr>
              <a:t>estimating State-of-Power.</a:t>
            </a:r>
            <a:endParaRPr lang="de-DE" kern="0" dirty="0">
              <a:latin typeface="+mn-lt"/>
              <a:ea typeface="+mn-ea"/>
              <a:cs typeface="+mn-cs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78B9218B-8721-47AF-B94B-6CFE236C1F75}"/>
              </a:ext>
            </a:extLst>
          </p:cNvPr>
          <p:cNvSpPr/>
          <p:nvPr/>
        </p:nvSpPr>
        <p:spPr bwMode="auto">
          <a:xfrm>
            <a:off x="328613" y="4941888"/>
            <a:ext cx="6229350" cy="143986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lIns="72000" tIns="72000" rIns="72000" bIns="72000"/>
          <a:lstStyle/>
          <a:p>
            <a:pPr defTabSz="576000">
              <a:lnSpc>
                <a:spcPct val="120000"/>
              </a:lnSpc>
              <a:defRPr/>
            </a:pPr>
            <a:r>
              <a:rPr lang="de-DE" b="1" u="sng">
                <a:latin typeface="Arial" charset="0"/>
                <a:ea typeface="+mn-ea"/>
                <a:cs typeface="+mn-cs"/>
              </a:rPr>
              <a:t>Available </a:t>
            </a:r>
            <a:r>
              <a:rPr lang="de-DE" b="1" u="sng" dirty="0">
                <a:latin typeface="Arial" charset="0"/>
                <a:ea typeface="+mn-ea"/>
                <a:cs typeface="+mn-cs"/>
              </a:rPr>
              <a:t>Infineon Solutions</a:t>
            </a:r>
            <a:r>
              <a:rPr lang="de-DE" b="1" dirty="0">
                <a:latin typeface="Arial" charset="0"/>
                <a:ea typeface="+mn-ea"/>
                <a:cs typeface="+mn-cs"/>
              </a:rPr>
              <a:t>:</a:t>
            </a:r>
          </a:p>
          <a:p>
            <a:pPr marL="285750" indent="-285750" defTabSz="576000">
              <a:lnSpc>
                <a:spcPct val="120000"/>
              </a:lnSpc>
              <a:buFontTx/>
              <a:buChar char="-"/>
              <a:defRPr/>
            </a:pPr>
            <a:r>
              <a:rPr lang="de-DE" b="1" dirty="0">
                <a:latin typeface="Arial" charset="0"/>
                <a:ea typeface="+mn-ea"/>
                <a:cs typeface="+mn-cs"/>
              </a:rPr>
              <a:t>PSOC</a:t>
            </a:r>
            <a:r>
              <a:rPr lang="de-DE" b="1" baseline="30000" dirty="0">
                <a:latin typeface="Arial" charset="0"/>
                <a:ea typeface="+mn-ea"/>
                <a:cs typeface="+mn-cs"/>
              </a:rPr>
              <a:t>TM</a:t>
            </a:r>
            <a:r>
              <a:rPr lang="de-DE" b="1" dirty="0">
                <a:latin typeface="Arial" charset="0"/>
                <a:ea typeface="+mn-ea"/>
                <a:cs typeface="+mn-cs"/>
              </a:rPr>
              <a:t> </a:t>
            </a:r>
            <a:r>
              <a:rPr lang="de-DE" b="1" dirty="0"/>
              <a:t>SPM</a:t>
            </a:r>
            <a:r>
              <a:rPr lang="de-DE" b="1" dirty="0">
                <a:latin typeface="Arial" charset="0"/>
                <a:ea typeface="+mn-ea"/>
                <a:cs typeface="+mn-cs"/>
              </a:rPr>
              <a:t>:</a:t>
            </a:r>
            <a:r>
              <a:rPr lang="de-DE" dirty="0">
                <a:latin typeface="Arial" charset="0"/>
                <a:ea typeface="+mn-ea"/>
                <a:cs typeface="+mn-cs"/>
              </a:rPr>
              <a:t> Pack monitoring IC </a:t>
            </a:r>
            <a:r>
              <a:rPr lang="de-DE">
                <a:latin typeface="Arial" charset="0"/>
                <a:ea typeface="+mn-ea"/>
                <a:cs typeface="+mn-cs"/>
              </a:rPr>
              <a:t>with High-Voltage </a:t>
            </a:r>
            <a:r>
              <a:rPr lang="de-DE" dirty="0">
                <a:latin typeface="Arial" charset="0"/>
                <a:ea typeface="+mn-ea"/>
                <a:cs typeface="+mn-cs"/>
              </a:rPr>
              <a:t>Precision Analog and capability to measure up </a:t>
            </a:r>
            <a:r>
              <a:rPr lang="de-DE">
                <a:latin typeface="Arial" charset="0"/>
                <a:ea typeface="+mn-ea"/>
                <a:cs typeface="+mn-cs"/>
              </a:rPr>
              <a:t>to 10 kHz pack EIS.</a:t>
            </a:r>
            <a:endParaRPr lang="de-DE" dirty="0">
              <a:latin typeface="Arial" charset="0"/>
              <a:ea typeface="+mn-ea"/>
              <a:cs typeface="+mn-cs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37A79F4-C8BD-45D6-9633-F63BDE03DC13}"/>
              </a:ext>
            </a:extLst>
          </p:cNvPr>
          <p:cNvSpPr/>
          <p:nvPr/>
        </p:nvSpPr>
        <p:spPr bwMode="auto">
          <a:xfrm>
            <a:off x="6672263" y="1052513"/>
            <a:ext cx="5400675" cy="38893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endParaRPr lang="de-DE" sz="16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3FD9421-A6DF-47B1-A2E2-5FD92D1D18A2}"/>
              </a:ext>
            </a:extLst>
          </p:cNvPr>
          <p:cNvSpPr/>
          <p:nvPr/>
        </p:nvSpPr>
        <p:spPr bwMode="auto">
          <a:xfrm>
            <a:off x="6672263" y="1052513"/>
            <a:ext cx="5400675" cy="444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r>
              <a:rPr lang="de-DE" sz="2000" b="1">
                <a:latin typeface="+mn-lt"/>
                <a:ea typeface="+mn-ea"/>
                <a:cs typeface="+mn-cs"/>
              </a:rPr>
              <a:t>Cell-Level </a:t>
            </a:r>
            <a:r>
              <a:rPr lang="de-DE" sz="2000" b="1" dirty="0">
                <a:latin typeface="+mn-lt"/>
                <a:ea typeface="+mn-ea"/>
                <a:cs typeface="+mn-cs"/>
              </a:rPr>
              <a:t>EIS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DF70D5C-1D4D-4130-A909-0F4E7E1DAA4E}"/>
              </a:ext>
            </a:extLst>
          </p:cNvPr>
          <p:cNvSpPr txBox="1"/>
          <p:nvPr/>
        </p:nvSpPr>
        <p:spPr bwMode="auto">
          <a:xfrm>
            <a:off x="6672263" y="1628775"/>
            <a:ext cx="2232025" cy="307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252000" indent="-252000" defTabSz="5760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/>
            </a:pPr>
            <a:r>
              <a:rPr lang="de-DE" kern="0" dirty="0">
                <a:latin typeface="+mn-lt"/>
                <a:ea typeface="+mn-ea"/>
                <a:cs typeface="+mn-cs"/>
              </a:rPr>
              <a:t>Requires V/I sensing of every individual cell.</a:t>
            </a:r>
          </a:p>
          <a:p>
            <a:pPr marL="252000" indent="-252000" defTabSz="5760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/>
            </a:pPr>
            <a:r>
              <a:rPr lang="de-DE" kern="0" dirty="0">
                <a:latin typeface="+mn-lt"/>
                <a:ea typeface="+mn-ea"/>
                <a:cs typeface="+mn-cs"/>
              </a:rPr>
              <a:t>Can be performed </a:t>
            </a:r>
            <a:r>
              <a:rPr lang="de-DE" kern="0">
                <a:latin typeface="+mn-lt"/>
                <a:ea typeface="+mn-ea"/>
                <a:cs typeface="+mn-cs"/>
              </a:rPr>
              <a:t>using single-channel </a:t>
            </a:r>
            <a:r>
              <a:rPr lang="de-DE" kern="0" dirty="0">
                <a:latin typeface="+mn-lt"/>
                <a:ea typeface="+mn-ea"/>
                <a:cs typeface="+mn-cs"/>
              </a:rPr>
              <a:t>AFE</a:t>
            </a:r>
            <a:r>
              <a:rPr lang="de-DE" kern="0">
                <a:latin typeface="+mn-lt"/>
                <a:ea typeface="+mn-ea"/>
                <a:cs typeface="+mn-cs"/>
              </a:rPr>
              <a:t>, multi-channel </a:t>
            </a:r>
            <a:r>
              <a:rPr lang="de-DE" kern="0" dirty="0">
                <a:latin typeface="+mn-lt"/>
                <a:ea typeface="+mn-ea"/>
                <a:cs typeface="+mn-cs"/>
              </a:rPr>
              <a:t>AFE, or highly synchronous AFEs.</a:t>
            </a:r>
          </a:p>
          <a:p>
            <a:pPr marL="252000" indent="-252000" defTabSz="5760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/>
            </a:pPr>
            <a:r>
              <a:rPr lang="de-DE" kern="0" dirty="0">
                <a:latin typeface="+mn-lt"/>
                <a:ea typeface="+mn-ea"/>
                <a:cs typeface="+mn-cs"/>
              </a:rPr>
              <a:t>Typically performed for  mHz </a:t>
            </a:r>
            <a:r>
              <a:rPr lang="de-DE" kern="0">
                <a:latin typeface="+mn-lt"/>
                <a:ea typeface="+mn-ea"/>
                <a:cs typeface="+mn-cs"/>
              </a:rPr>
              <a:t>to mid-Hz </a:t>
            </a:r>
            <a:r>
              <a:rPr lang="de-DE" kern="0" dirty="0">
                <a:latin typeface="+mn-lt"/>
                <a:ea typeface="+mn-ea"/>
                <a:cs typeface="+mn-cs"/>
              </a:rPr>
              <a:t>ranges due to challenging cross-talking </a:t>
            </a:r>
            <a:r>
              <a:rPr lang="de-DE" kern="0">
                <a:latin typeface="+mn-lt"/>
                <a:ea typeface="+mn-ea"/>
                <a:cs typeface="+mn-cs"/>
              </a:rPr>
              <a:t>and magnetic</a:t>
            </a:r>
            <a:r>
              <a:rPr lang="de-DE" kern="0">
                <a:latin typeface="+mn-lt"/>
              </a:rPr>
              <a:t> </a:t>
            </a:r>
            <a:r>
              <a:rPr lang="de-DE" kern="0">
                <a:latin typeface="+mn-lt"/>
                <a:ea typeface="+mn-ea"/>
                <a:cs typeface="+mn-cs"/>
              </a:rPr>
              <a:t>coupling.</a:t>
            </a:r>
            <a:endParaRPr lang="de-DE" kern="0" dirty="0">
              <a:latin typeface="+mn-lt"/>
              <a:ea typeface="+mn-ea"/>
              <a:cs typeface="+mn-cs"/>
            </a:endParaRPr>
          </a:p>
        </p:txBody>
      </p:sp>
      <p:grpSp>
        <p:nvGrpSpPr>
          <p:cNvPr id="42048" name="Group 155">
            <a:extLst>
              <a:ext uri="{FF2B5EF4-FFF2-40B4-BE49-F238E27FC236}">
                <a16:creationId xmlns:a16="http://schemas.microsoft.com/office/drawing/2014/main" id="{7A51A75A-D634-457C-BE85-75A833370125}"/>
              </a:ext>
            </a:extLst>
          </p:cNvPr>
          <p:cNvGrpSpPr>
            <a:grpSpLocks/>
          </p:cNvGrpSpPr>
          <p:nvPr/>
        </p:nvGrpSpPr>
        <p:grpSpPr bwMode="auto">
          <a:xfrm>
            <a:off x="9128125" y="1700213"/>
            <a:ext cx="2584450" cy="3024187"/>
            <a:chOff x="2432162" y="1672451"/>
            <a:chExt cx="2583718" cy="3024336"/>
          </a:xfrm>
        </p:grpSpPr>
        <p:pic>
          <p:nvPicPr>
            <p:cNvPr id="157" name="Battery">
              <a:extLst>
                <a:ext uri="{FF2B5EF4-FFF2-40B4-BE49-F238E27FC236}">
                  <a16:creationId xmlns:a16="http://schemas.microsoft.com/office/drawing/2014/main" id="{F31EA80E-765D-45F2-BD92-9AFA2B83CB5E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/>
            <a:stretch>
              <a:fillRect/>
            </a:stretch>
          </p:blipFill>
          <p:spPr>
            <a:xfrm rot="16200000">
              <a:off x="2409106" y="3502627"/>
              <a:ext cx="272851" cy="226740"/>
            </a:xfrm>
            <a:prstGeom prst="rect">
              <a:avLst/>
            </a:prstGeom>
          </p:spPr>
        </p:pic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A74348F8-50DF-4CAE-ABAB-D182E3DC6200}"/>
                </a:ext>
              </a:extLst>
            </p:cNvPr>
            <p:cNvSpPr/>
            <p:nvPr/>
          </p:nvSpPr>
          <p:spPr bwMode="auto">
            <a:xfrm>
              <a:off x="2503580" y="3342583"/>
              <a:ext cx="84113" cy="8414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endParaRPr lang="de-DE" sz="16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E751F0F3-D41C-4EB3-9451-B185E6427494}"/>
                </a:ext>
              </a:extLst>
            </p:cNvPr>
            <p:cNvSpPr/>
            <p:nvPr/>
          </p:nvSpPr>
          <p:spPr bwMode="auto">
            <a:xfrm>
              <a:off x="2503580" y="3806156"/>
              <a:ext cx="84113" cy="8414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endParaRPr lang="de-DE" sz="16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3532223C-DA7B-4050-8665-9A8A8D66F322}"/>
                </a:ext>
              </a:extLst>
            </p:cNvPr>
            <p:cNvSpPr/>
            <p:nvPr/>
          </p:nvSpPr>
          <p:spPr bwMode="auto">
            <a:xfrm>
              <a:off x="2503580" y="4387210"/>
              <a:ext cx="84113" cy="8414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endParaRPr lang="de-DE" sz="16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2085D6BB-0E59-449B-8C62-33A1633AAB72}"/>
                </a:ext>
              </a:extLst>
            </p:cNvPr>
            <p:cNvSpPr/>
            <p:nvPr/>
          </p:nvSpPr>
          <p:spPr bwMode="auto">
            <a:xfrm>
              <a:off x="2503580" y="2456715"/>
              <a:ext cx="84113" cy="85729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endParaRPr lang="de-DE" sz="16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68482CF-22A1-4459-8BE0-02A74D4A1B9A}"/>
                </a:ext>
              </a:extLst>
            </p:cNvPr>
            <p:cNvCxnSpPr>
              <a:cxnSpLocks/>
              <a:stCxn id="160" idx="4"/>
              <a:endCxn id="157" idx="3"/>
            </p:cNvCxnSpPr>
            <p:nvPr/>
          </p:nvCxnSpPr>
          <p:spPr>
            <a:xfrm>
              <a:off x="2544843" y="3426724"/>
              <a:ext cx="0" cy="52391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51FEEDA9-00AF-4DA8-B9C2-4557516DCB95}"/>
                </a:ext>
              </a:extLst>
            </p:cNvPr>
            <p:cNvCxnSpPr>
              <a:cxnSpLocks/>
              <a:stCxn id="163" idx="4"/>
              <a:endCxn id="160" idx="0"/>
            </p:cNvCxnSpPr>
            <p:nvPr/>
          </p:nvCxnSpPr>
          <p:spPr>
            <a:xfrm>
              <a:off x="2544843" y="2542444"/>
              <a:ext cx="0" cy="800139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B81E5982-2F35-428C-B900-C81A68190C38}"/>
                </a:ext>
              </a:extLst>
            </p:cNvPr>
            <p:cNvCxnSpPr>
              <a:cxnSpLocks/>
              <a:endCxn id="163" idx="0"/>
            </p:cNvCxnSpPr>
            <p:nvPr/>
          </p:nvCxnSpPr>
          <p:spPr>
            <a:xfrm>
              <a:off x="2544843" y="2204289"/>
              <a:ext cx="0" cy="252425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28036F7E-1583-468F-AFC0-3A1525B42905}"/>
                </a:ext>
              </a:extLst>
            </p:cNvPr>
            <p:cNvCxnSpPr>
              <a:cxnSpLocks/>
              <a:stCxn id="157" idx="1"/>
              <a:endCxn id="161" idx="0"/>
            </p:cNvCxnSpPr>
            <p:nvPr/>
          </p:nvCxnSpPr>
          <p:spPr>
            <a:xfrm>
              <a:off x="2544843" y="3752178"/>
              <a:ext cx="0" cy="53978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1C13097C-89F7-4933-88F3-365347A3BFA6}"/>
                </a:ext>
              </a:extLst>
            </p:cNvPr>
            <p:cNvCxnSpPr>
              <a:cxnSpLocks/>
              <a:stCxn id="161" idx="4"/>
              <a:endCxn id="162" idx="0"/>
            </p:cNvCxnSpPr>
            <p:nvPr/>
          </p:nvCxnSpPr>
          <p:spPr>
            <a:xfrm>
              <a:off x="2544843" y="3890297"/>
              <a:ext cx="0" cy="496912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DB5931CC-FC25-4AD8-9A41-96918D989F55}"/>
                </a:ext>
              </a:extLst>
            </p:cNvPr>
            <p:cNvCxnSpPr>
              <a:cxnSpLocks/>
              <a:stCxn id="162" idx="4"/>
            </p:cNvCxnSpPr>
            <p:nvPr/>
          </p:nvCxnSpPr>
          <p:spPr>
            <a:xfrm>
              <a:off x="2544843" y="4471351"/>
              <a:ext cx="0" cy="225436"/>
            </a:xfrm>
            <a:prstGeom prst="line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A266FBA-D7B6-415F-AC71-12D540324CA2}"/>
                </a:ext>
              </a:extLst>
            </p:cNvPr>
            <p:cNvSpPr/>
            <p:nvPr/>
          </p:nvSpPr>
          <p:spPr bwMode="auto">
            <a:xfrm>
              <a:off x="3473267" y="1672451"/>
              <a:ext cx="1542613" cy="297829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72000" rIns="72000" bIns="72000"/>
            <a:lstStyle/>
            <a:p>
              <a:pPr algn="ctr" defTabSz="576000">
                <a:lnSpc>
                  <a:spcPct val="120000"/>
                </a:lnSpc>
                <a:defRPr/>
              </a:pPr>
              <a:r>
                <a:rPr lang="de-DE" b="1" dirty="0">
                  <a:latin typeface="+mn-lt"/>
                  <a:ea typeface="+mn-ea"/>
                  <a:cs typeface="+mn-cs"/>
                </a:rPr>
                <a:t>TLE90xx</a:t>
              </a:r>
            </a:p>
          </p:txBody>
        </p:sp>
        <p:sp>
          <p:nvSpPr>
            <p:cNvPr id="171" name="Isosceles Triangle 170">
              <a:extLst>
                <a:ext uri="{FF2B5EF4-FFF2-40B4-BE49-F238E27FC236}">
                  <a16:creationId xmlns:a16="http://schemas.microsoft.com/office/drawing/2014/main" id="{46BEF2C5-C8C2-4F48-9EF0-75D345C32C1A}"/>
                </a:ext>
              </a:extLst>
            </p:cNvPr>
            <p:cNvSpPr/>
            <p:nvPr/>
          </p:nvSpPr>
          <p:spPr bwMode="auto">
            <a:xfrm rot="16200000">
              <a:off x="3817609" y="2945721"/>
              <a:ext cx="284177" cy="192034"/>
            </a:xfrm>
            <a:prstGeom prst="triangl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endParaRPr lang="de-DE" sz="16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80B691FF-FD82-47AA-97C1-2C340BAE1E33}"/>
                </a:ext>
              </a:extLst>
            </p:cNvPr>
            <p:cNvSpPr/>
            <p:nvPr/>
          </p:nvSpPr>
          <p:spPr bwMode="auto">
            <a:xfrm>
              <a:off x="3409785" y="2979027"/>
              <a:ext cx="126964" cy="1270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r>
                <a:rPr lang="de-DE" sz="700" dirty="0"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C225A962-E26C-4FF6-87A5-5D4E0A12AE29}"/>
                </a:ext>
              </a:extLst>
            </p:cNvPr>
            <p:cNvCxnSpPr>
              <a:cxnSpLocks/>
              <a:stCxn id="172" idx="3"/>
              <a:endCxn id="171" idx="0"/>
            </p:cNvCxnSpPr>
            <p:nvPr/>
          </p:nvCxnSpPr>
          <p:spPr>
            <a:xfrm flipV="1">
              <a:off x="3536749" y="3042530"/>
              <a:ext cx="326932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DE66F411-DE12-46C3-A795-B796390E5CBF}"/>
                </a:ext>
              </a:extLst>
            </p:cNvPr>
            <p:cNvCxnSpPr>
              <a:cxnSpLocks/>
              <a:stCxn id="171" idx="3"/>
              <a:endCxn id="282" idx="1"/>
            </p:cNvCxnSpPr>
            <p:nvPr/>
          </p:nvCxnSpPr>
          <p:spPr>
            <a:xfrm>
              <a:off x="4055715" y="3042530"/>
              <a:ext cx="138073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066" name="Group 240">
              <a:extLst>
                <a:ext uri="{FF2B5EF4-FFF2-40B4-BE49-F238E27FC236}">
                  <a16:creationId xmlns:a16="http://schemas.microsoft.com/office/drawing/2014/main" id="{2DE78019-5916-4210-BDFC-B3D458ABD2FE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H="1">
              <a:off x="2954310" y="2886403"/>
              <a:ext cx="312346" cy="311117"/>
              <a:chOff x="-1645901" y="4126877"/>
              <a:chExt cx="431570" cy="431570"/>
            </a:xfrm>
          </p:grpSpPr>
          <p:sp>
            <p:nvSpPr>
              <p:cNvPr id="288" name="Rounded Rectangle 676">
                <a:extLst>
                  <a:ext uri="{FF2B5EF4-FFF2-40B4-BE49-F238E27FC236}">
                    <a16:creationId xmlns:a16="http://schemas.microsoft.com/office/drawing/2014/main" id="{3A934BF6-BB49-41B6-BCF3-84BDEB74FC18}"/>
                  </a:ext>
                </a:extLst>
              </p:cNvPr>
              <p:cNvSpPr/>
              <p:nvPr/>
            </p:nvSpPr>
            <p:spPr bwMode="auto">
              <a:xfrm flipH="1">
                <a:off x="-1646490" y="4126012"/>
                <a:ext cx="432131" cy="431494"/>
              </a:xfrm>
              <a:prstGeom prst="roundRect">
                <a:avLst>
                  <a:gd name="adj" fmla="val 6185"/>
                </a:avLst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54000" tIns="54000" rIns="54000" bIns="5400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000" kern="0" dirty="0">
                  <a:solidFill>
                    <a:srgbClr val="000000"/>
                  </a:solidFill>
                  <a:latin typeface="+mn-lt"/>
                  <a:ea typeface="Verdana" pitchFamily="34" charset="0"/>
                  <a:cs typeface="Verdana" pitchFamily="34" charset="0"/>
                </a:endParaRPr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99D2FA71-B0C1-45FA-B27C-732D0628ACFA}"/>
                  </a:ext>
                </a:extLst>
              </p:cNvPr>
              <p:cNvSpPr/>
              <p:nvPr/>
            </p:nvSpPr>
            <p:spPr bwMode="auto">
              <a:xfrm>
                <a:off x="-1646490" y="4183251"/>
                <a:ext cx="107484" cy="616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2000" tIns="72000" rIns="72000" bIns="72000" anchor="ctr"/>
              <a:lstStyle/>
              <a:p>
                <a:pPr algn="ctr" defTabSz="576000">
                  <a:lnSpc>
                    <a:spcPct val="120000"/>
                  </a:lnSpc>
                  <a:defRPr/>
                </a:pPr>
                <a:endParaRPr lang="de-DE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9499274F-1A9C-43B2-A349-4A25ED2C1B09}"/>
                  </a:ext>
                </a:extLst>
              </p:cNvPr>
              <p:cNvSpPr/>
              <p:nvPr/>
            </p:nvSpPr>
            <p:spPr bwMode="auto">
              <a:xfrm>
                <a:off x="-1321843" y="4183251"/>
                <a:ext cx="107484" cy="616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2000" tIns="72000" rIns="72000" bIns="72000" anchor="ctr"/>
              <a:lstStyle/>
              <a:p>
                <a:pPr algn="ctr" defTabSz="576000">
                  <a:lnSpc>
                    <a:spcPct val="120000"/>
                  </a:lnSpc>
                  <a:defRPr/>
                </a:pPr>
                <a:endParaRPr lang="de-DE" sz="10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cxnSp>
            <p:nvCxnSpPr>
              <p:cNvPr id="42104" name="Straight Connector 290">
                <a:extLst>
                  <a:ext uri="{FF2B5EF4-FFF2-40B4-BE49-F238E27FC236}">
                    <a16:creationId xmlns:a16="http://schemas.microsoft.com/office/drawing/2014/main" id="{B5E8FAF2-0213-4CDF-B91F-25C29E05B79C}"/>
                  </a:ext>
                </a:extLst>
              </p:cNvPr>
              <p:cNvCxnSpPr>
                <a:cxnSpLocks noChangeShapeType="1"/>
                <a:stCxn id="288" idx="2"/>
              </p:cNvCxnSpPr>
              <p:nvPr/>
            </p:nvCxnSpPr>
            <p:spPr bwMode="auto">
              <a:xfrm flipV="1">
                <a:off x="-1430117" y="4421346"/>
                <a:ext cx="623" cy="137101"/>
              </a:xfrm>
              <a:prstGeom prst="line">
                <a:avLst/>
              </a:prstGeom>
              <a:noFill/>
              <a:ln w="19050" algn="ctr">
                <a:solidFill>
                  <a:schemeClr val="bg1"/>
                </a:solidFill>
                <a:round/>
                <a:headEnd/>
                <a:tailEnd/>
              </a:ln>
            </p:spPr>
          </p:cxnSp>
          <p:cxnSp>
            <p:nvCxnSpPr>
              <p:cNvPr id="42105" name="Straight Connector 291">
                <a:extLst>
                  <a:ext uri="{FF2B5EF4-FFF2-40B4-BE49-F238E27FC236}">
                    <a16:creationId xmlns:a16="http://schemas.microsoft.com/office/drawing/2014/main" id="{D824E4EF-FB49-4040-8EB1-DE8D36D27FB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-1288317" y="4214126"/>
                <a:ext cx="842" cy="175740"/>
              </a:xfrm>
              <a:prstGeom prst="line">
                <a:avLst/>
              </a:prstGeom>
              <a:noFill/>
              <a:ln w="19050" algn="ctr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106" name="Straight Connector 292">
                <a:extLst>
                  <a:ext uri="{FF2B5EF4-FFF2-40B4-BE49-F238E27FC236}">
                    <a16:creationId xmlns:a16="http://schemas.microsoft.com/office/drawing/2014/main" id="{7F12BC28-792F-4E47-B98E-735C57E7EAC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-1568333" y="4212024"/>
                <a:ext cx="0" cy="177841"/>
              </a:xfrm>
              <a:prstGeom prst="line">
                <a:avLst/>
              </a:prstGeom>
              <a:noFill/>
              <a:ln w="19050" algn="ctr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107" name="Straight Connector 293">
                <a:extLst>
                  <a:ext uri="{FF2B5EF4-FFF2-40B4-BE49-F238E27FC236}">
                    <a16:creationId xmlns:a16="http://schemas.microsoft.com/office/drawing/2014/main" id="{0696E38D-9505-4B58-9796-0815BFC351A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-1569583" y="4389866"/>
                <a:ext cx="281268" cy="0"/>
              </a:xfrm>
              <a:prstGeom prst="line">
                <a:avLst/>
              </a:prstGeom>
              <a:noFill/>
              <a:ln w="19050" algn="ctr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108" name="Straight Connector 294">
                <a:extLst>
                  <a:ext uri="{FF2B5EF4-FFF2-40B4-BE49-F238E27FC236}">
                    <a16:creationId xmlns:a16="http://schemas.microsoft.com/office/drawing/2014/main" id="{30A10A11-0989-45E0-817F-D75162A2BC1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-1569583" y="4420780"/>
                <a:ext cx="281268" cy="0"/>
              </a:xfrm>
              <a:prstGeom prst="line">
                <a:avLst/>
              </a:prstGeom>
              <a:noFill/>
              <a:ln w="19050" algn="ctr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109" name="Straight Connector 295">
                <a:extLst>
                  <a:ext uri="{FF2B5EF4-FFF2-40B4-BE49-F238E27FC236}">
                    <a16:creationId xmlns:a16="http://schemas.microsoft.com/office/drawing/2014/main" id="{3312DA36-AA4C-44D1-9ABC-9D4539DA1F7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-1430116" y="4212024"/>
                <a:ext cx="215785" cy="0"/>
              </a:xfrm>
              <a:prstGeom prst="line">
                <a:avLst/>
              </a:prstGeom>
              <a:noFill/>
              <a:ln w="19050" algn="ctr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110" name="Straight Connector 297">
                <a:extLst>
                  <a:ext uri="{FF2B5EF4-FFF2-40B4-BE49-F238E27FC236}">
                    <a16:creationId xmlns:a16="http://schemas.microsoft.com/office/drawing/2014/main" id="{CF03731B-A436-4F48-AAAF-57E406095D3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-1429505" y="4212024"/>
                <a:ext cx="0" cy="176161"/>
              </a:xfrm>
              <a:prstGeom prst="line">
                <a:avLst/>
              </a:prstGeom>
              <a:noFill/>
              <a:ln w="19050" algn="ctr">
                <a:solidFill>
                  <a:schemeClr val="bg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111" name="Straight Connector 298">
                <a:extLst>
                  <a:ext uri="{FF2B5EF4-FFF2-40B4-BE49-F238E27FC236}">
                    <a16:creationId xmlns:a16="http://schemas.microsoft.com/office/drawing/2014/main" id="{169F3529-0DE1-4E09-BC19-5D1433B85F3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-1642170" y="4212024"/>
                <a:ext cx="73837" cy="0"/>
              </a:xfrm>
              <a:prstGeom prst="line">
                <a:avLst/>
              </a:prstGeom>
              <a:noFill/>
              <a:ln w="19050" algn="ctr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8EB2A6ED-D031-4BC7-89FB-3F8008384E14}"/>
                </a:ext>
              </a:extLst>
            </p:cNvPr>
            <p:cNvCxnSpPr>
              <a:cxnSpLocks/>
              <a:stCxn id="288" idx="2"/>
              <a:endCxn id="172" idx="1"/>
            </p:cNvCxnSpPr>
            <p:nvPr/>
          </p:nvCxnSpPr>
          <p:spPr>
            <a:xfrm>
              <a:off x="3265364" y="3042530"/>
              <a:ext cx="144421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6439555F-8BBE-4003-8A6D-757F563BA67D}"/>
                </a:ext>
              </a:extLst>
            </p:cNvPr>
            <p:cNvSpPr/>
            <p:nvPr/>
          </p:nvSpPr>
          <p:spPr bwMode="auto">
            <a:xfrm>
              <a:off x="2970173" y="2598009"/>
              <a:ext cx="92049" cy="2095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endParaRPr lang="de-DE" sz="16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248" name="Connector: Elbow 247">
              <a:extLst>
                <a:ext uri="{FF2B5EF4-FFF2-40B4-BE49-F238E27FC236}">
                  <a16:creationId xmlns:a16="http://schemas.microsoft.com/office/drawing/2014/main" id="{374DF0F0-32DC-4934-8A04-41DC5DC461DA}"/>
                </a:ext>
              </a:extLst>
            </p:cNvPr>
            <p:cNvCxnSpPr>
              <a:cxnSpLocks/>
              <a:stCxn id="163" idx="6"/>
              <a:endCxn id="247" idx="0"/>
            </p:cNvCxnSpPr>
            <p:nvPr/>
          </p:nvCxnSpPr>
          <p:spPr>
            <a:xfrm>
              <a:off x="2587693" y="2499579"/>
              <a:ext cx="428504" cy="98430"/>
            </a:xfrm>
            <a:prstGeom prst="bentConnector2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1C237A4C-1990-42B1-B598-F1182575575E}"/>
                </a:ext>
              </a:extLst>
            </p:cNvPr>
            <p:cNvCxnSpPr>
              <a:cxnSpLocks/>
              <a:stCxn id="247" idx="2"/>
              <a:endCxn id="289" idx="1"/>
            </p:cNvCxnSpPr>
            <p:nvPr/>
          </p:nvCxnSpPr>
          <p:spPr>
            <a:xfrm>
              <a:off x="3016197" y="2807569"/>
              <a:ext cx="1588" cy="77792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5CF5F0C8-D29A-41FB-A14E-7BEE14C05D83}"/>
                </a:ext>
              </a:extLst>
            </p:cNvPr>
            <p:cNvSpPr/>
            <p:nvPr/>
          </p:nvSpPr>
          <p:spPr bwMode="auto">
            <a:xfrm>
              <a:off x="2971759" y="4168124"/>
              <a:ext cx="92049" cy="18415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endParaRPr lang="de-DE" sz="16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00B7A0A8-1434-4D4B-A725-E463E0BDDCB3}"/>
                </a:ext>
              </a:extLst>
            </p:cNvPr>
            <p:cNvSpPr/>
            <p:nvPr/>
          </p:nvSpPr>
          <p:spPr bwMode="auto">
            <a:xfrm>
              <a:off x="2997152" y="4091920"/>
              <a:ext cx="41263" cy="42864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endParaRPr lang="de-DE" sz="16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89AD23E2-4560-49E9-8311-9647E09CF851}"/>
                </a:ext>
              </a:extLst>
            </p:cNvPr>
            <p:cNvSpPr/>
            <p:nvPr/>
          </p:nvSpPr>
          <p:spPr bwMode="auto">
            <a:xfrm>
              <a:off x="3409785" y="3321944"/>
              <a:ext cx="126964" cy="1270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r>
                <a:rPr lang="de-DE" sz="700" dirty="0"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E52BB5F8-8A19-488D-9867-A2744F2872AC}"/>
                </a:ext>
              </a:extLst>
            </p:cNvPr>
            <p:cNvSpPr/>
            <p:nvPr/>
          </p:nvSpPr>
          <p:spPr bwMode="auto">
            <a:xfrm>
              <a:off x="3409785" y="3785517"/>
              <a:ext cx="126964" cy="12541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r>
                <a:rPr lang="de-DE" sz="700" dirty="0"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42075" name="Group 256">
              <a:extLst>
                <a:ext uri="{FF2B5EF4-FFF2-40B4-BE49-F238E27FC236}">
                  <a16:creationId xmlns:a16="http://schemas.microsoft.com/office/drawing/2014/main" id="{1BBF07B5-C3B2-4173-9AB6-96B8CB411E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2775" y="3468273"/>
              <a:ext cx="115034" cy="325461"/>
              <a:chOff x="-599418" y="5373475"/>
              <a:chExt cx="98112" cy="277585"/>
            </a:xfrm>
          </p:grpSpPr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217F8C42-C720-445F-8DB9-8DEB6EDABC8B}"/>
                  </a:ext>
                </a:extLst>
              </p:cNvPr>
              <p:cNvSpPr/>
              <p:nvPr/>
            </p:nvSpPr>
            <p:spPr bwMode="auto">
              <a:xfrm>
                <a:off x="-599645" y="5373243"/>
                <a:ext cx="98811" cy="90721"/>
              </a:xfrm>
              <a:prstGeom prst="rect">
                <a:avLst/>
              </a:prstGeom>
              <a:solidFill>
                <a:schemeClr val="tx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72000" tIns="72000" rIns="72000" bIns="72000" anchor="ctr"/>
              <a:lstStyle/>
              <a:p>
                <a:pPr algn="ctr" defTabSz="576000">
                  <a:lnSpc>
                    <a:spcPct val="120000"/>
                  </a:lnSpc>
                  <a:defRPr/>
                </a:pPr>
                <a:endParaRPr lang="de-DE" sz="16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33D90A1A-ADE7-45CC-94A2-05CDEB9A15AD}"/>
                  </a:ext>
                </a:extLst>
              </p:cNvPr>
              <p:cNvSpPr/>
              <p:nvPr/>
            </p:nvSpPr>
            <p:spPr bwMode="auto">
              <a:xfrm>
                <a:off x="-599645" y="5560101"/>
                <a:ext cx="98811" cy="90721"/>
              </a:xfrm>
              <a:prstGeom prst="rect">
                <a:avLst/>
              </a:prstGeom>
              <a:solidFill>
                <a:schemeClr val="tx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72000" tIns="72000" rIns="72000" bIns="72000" anchor="ctr"/>
              <a:lstStyle/>
              <a:p>
                <a:pPr algn="ctr" defTabSz="576000">
                  <a:lnSpc>
                    <a:spcPct val="120000"/>
                  </a:lnSpc>
                  <a:defRPr/>
                </a:pPr>
                <a:endParaRPr lang="de-DE" sz="16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cxnSp>
          <p:nvCxnSpPr>
            <p:cNvPr id="258" name="Connector: Elbow 257">
              <a:extLst>
                <a:ext uri="{FF2B5EF4-FFF2-40B4-BE49-F238E27FC236}">
                  <a16:creationId xmlns:a16="http://schemas.microsoft.com/office/drawing/2014/main" id="{0E4F148B-0609-4006-8E17-FF8A5BA97E2E}"/>
                </a:ext>
              </a:extLst>
            </p:cNvPr>
            <p:cNvCxnSpPr>
              <a:cxnSpLocks/>
              <a:stCxn id="253" idx="3"/>
              <a:endCxn id="286" idx="1"/>
            </p:cNvCxnSpPr>
            <p:nvPr/>
          </p:nvCxnSpPr>
          <p:spPr>
            <a:xfrm>
              <a:off x="3536749" y="3385447"/>
              <a:ext cx="715760" cy="134945"/>
            </a:xfrm>
            <a:prstGeom prst="bentConnector3">
              <a:avLst/>
            </a:prstGeom>
            <a:ln w="9525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nector: Elbow 258">
              <a:extLst>
                <a:ext uri="{FF2B5EF4-FFF2-40B4-BE49-F238E27FC236}">
                  <a16:creationId xmlns:a16="http://schemas.microsoft.com/office/drawing/2014/main" id="{0460A81C-4C2D-4E95-817D-7ADB1F34FC5C}"/>
                </a:ext>
              </a:extLst>
            </p:cNvPr>
            <p:cNvCxnSpPr>
              <a:cxnSpLocks/>
              <a:stCxn id="254" idx="3"/>
              <a:endCxn id="287" idx="1"/>
            </p:cNvCxnSpPr>
            <p:nvPr/>
          </p:nvCxnSpPr>
          <p:spPr>
            <a:xfrm flipV="1">
              <a:off x="3536749" y="3741065"/>
              <a:ext cx="715760" cy="107955"/>
            </a:xfrm>
            <a:prstGeom prst="bentConnector3">
              <a:avLst/>
            </a:prstGeom>
            <a:ln w="9525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Flowchart: Off-page Connector 260">
              <a:extLst>
                <a:ext uri="{FF2B5EF4-FFF2-40B4-BE49-F238E27FC236}">
                  <a16:creationId xmlns:a16="http://schemas.microsoft.com/office/drawing/2014/main" id="{3F41EBE2-B581-4E7F-8AF9-41C2677A5A48}"/>
                </a:ext>
              </a:extLst>
            </p:cNvPr>
            <p:cNvSpPr/>
            <p:nvPr/>
          </p:nvSpPr>
          <p:spPr bwMode="auto">
            <a:xfrm rot="5400000">
              <a:off x="4249440" y="3254269"/>
              <a:ext cx="371373" cy="759844"/>
            </a:xfrm>
            <a:prstGeom prst="flowChartOffpage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lIns="0" tIns="0" rIns="0" bIns="0" anchor="ctr"/>
            <a:lstStyle/>
            <a:p>
              <a:pPr algn="ctr" defTabSz="576000">
                <a:lnSpc>
                  <a:spcPct val="120000"/>
                </a:lnSpc>
                <a:defRPr/>
              </a:pPr>
              <a:r>
                <a:rPr lang="de-DE" dirty="0">
                  <a:latin typeface="Arial" charset="0"/>
                  <a:ea typeface="+mn-ea"/>
                  <a:cs typeface="+mn-cs"/>
                </a:rPr>
                <a:t>V</a:t>
              </a:r>
              <a:r>
                <a:rPr lang="de-DE" baseline="-25000" dirty="0">
                  <a:latin typeface="Arial" charset="0"/>
                  <a:ea typeface="+mn-ea"/>
                  <a:cs typeface="+mn-cs"/>
                </a:rPr>
                <a:t>sense</a:t>
              </a: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E6BA0CFE-4A37-4D52-B04A-2ACDCCB9E418}"/>
                </a:ext>
              </a:extLst>
            </p:cNvPr>
            <p:cNvSpPr/>
            <p:nvPr/>
          </p:nvSpPr>
          <p:spPr bwMode="auto">
            <a:xfrm>
              <a:off x="3409785" y="4049055"/>
              <a:ext cx="126964" cy="12541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r>
                <a:rPr lang="de-DE" sz="700" dirty="0"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CEA73434-BC9C-46AC-BDDA-17EA43911DF3}"/>
                </a:ext>
              </a:extLst>
            </p:cNvPr>
            <p:cNvSpPr/>
            <p:nvPr/>
          </p:nvSpPr>
          <p:spPr bwMode="auto">
            <a:xfrm>
              <a:off x="3409785" y="4364984"/>
              <a:ext cx="126964" cy="1270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r>
                <a:rPr lang="de-DE" sz="700" dirty="0"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grpSp>
          <p:nvGrpSpPr>
            <p:cNvPr id="42081" name="Group 263">
              <a:extLst>
                <a:ext uri="{FF2B5EF4-FFF2-40B4-BE49-F238E27FC236}">
                  <a16:creationId xmlns:a16="http://schemas.microsoft.com/office/drawing/2014/main" id="{DC0A31DE-9A04-4207-8015-E7C4A22953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2775" y="4104528"/>
              <a:ext cx="115034" cy="325461"/>
              <a:chOff x="-599418" y="5373475"/>
              <a:chExt cx="98112" cy="277585"/>
            </a:xfrm>
          </p:grpSpPr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3AD49614-CEFE-4C18-97C2-A7245D39143F}"/>
                  </a:ext>
                </a:extLst>
              </p:cNvPr>
              <p:cNvSpPr/>
              <p:nvPr/>
            </p:nvSpPr>
            <p:spPr bwMode="auto">
              <a:xfrm>
                <a:off x="-599645" y="5373554"/>
                <a:ext cx="98811" cy="90720"/>
              </a:xfrm>
              <a:prstGeom prst="rect">
                <a:avLst/>
              </a:prstGeom>
              <a:solidFill>
                <a:schemeClr val="tx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72000" tIns="72000" rIns="72000" bIns="72000" anchor="ctr"/>
              <a:lstStyle/>
              <a:p>
                <a:pPr algn="ctr" defTabSz="576000">
                  <a:lnSpc>
                    <a:spcPct val="120000"/>
                  </a:lnSpc>
                  <a:defRPr/>
                </a:pPr>
                <a:endParaRPr lang="de-DE" sz="16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6AFB9EFB-37A4-4DA8-AD62-65A9D0190C9B}"/>
                  </a:ext>
                </a:extLst>
              </p:cNvPr>
              <p:cNvSpPr/>
              <p:nvPr/>
            </p:nvSpPr>
            <p:spPr bwMode="auto">
              <a:xfrm>
                <a:off x="-599645" y="5560412"/>
                <a:ext cx="98811" cy="90720"/>
              </a:xfrm>
              <a:prstGeom prst="rect">
                <a:avLst/>
              </a:prstGeom>
              <a:solidFill>
                <a:schemeClr val="tx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72000" tIns="72000" rIns="72000" bIns="72000" anchor="ctr"/>
              <a:lstStyle/>
              <a:p>
                <a:pPr algn="ctr" defTabSz="576000">
                  <a:lnSpc>
                    <a:spcPct val="120000"/>
                  </a:lnSpc>
                  <a:defRPr/>
                </a:pPr>
                <a:endParaRPr lang="de-DE" sz="16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cxnSp>
          <p:nvCxnSpPr>
            <p:cNvPr id="265" name="Connector: Elbow 264">
              <a:extLst>
                <a:ext uri="{FF2B5EF4-FFF2-40B4-BE49-F238E27FC236}">
                  <a16:creationId xmlns:a16="http://schemas.microsoft.com/office/drawing/2014/main" id="{DC11DAAF-6CDE-43B9-8113-50817478D4DE}"/>
                </a:ext>
              </a:extLst>
            </p:cNvPr>
            <p:cNvCxnSpPr>
              <a:cxnSpLocks/>
              <a:stCxn id="262" idx="3"/>
              <a:endCxn id="283" idx="1"/>
            </p:cNvCxnSpPr>
            <p:nvPr/>
          </p:nvCxnSpPr>
          <p:spPr>
            <a:xfrm>
              <a:off x="3536749" y="4112558"/>
              <a:ext cx="715760" cy="44452"/>
            </a:xfrm>
            <a:prstGeom prst="bentConnector3">
              <a:avLst/>
            </a:prstGeom>
            <a:ln w="9525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ctor: Elbow 265">
              <a:extLst>
                <a:ext uri="{FF2B5EF4-FFF2-40B4-BE49-F238E27FC236}">
                  <a16:creationId xmlns:a16="http://schemas.microsoft.com/office/drawing/2014/main" id="{609E5792-A841-4564-9695-248CCA72B560}"/>
                </a:ext>
              </a:extLst>
            </p:cNvPr>
            <p:cNvCxnSpPr>
              <a:cxnSpLocks/>
              <a:stCxn id="263" idx="3"/>
              <a:endCxn id="285" idx="1"/>
            </p:cNvCxnSpPr>
            <p:nvPr/>
          </p:nvCxnSpPr>
          <p:spPr>
            <a:xfrm flipV="1">
              <a:off x="3536749" y="4377684"/>
              <a:ext cx="715760" cy="50803"/>
            </a:xfrm>
            <a:prstGeom prst="bentConnector3">
              <a:avLst/>
            </a:prstGeom>
            <a:ln w="9525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Flowchart: Off-page Connector 266">
              <a:extLst>
                <a:ext uri="{FF2B5EF4-FFF2-40B4-BE49-F238E27FC236}">
                  <a16:creationId xmlns:a16="http://schemas.microsoft.com/office/drawing/2014/main" id="{B70AD077-2BD3-4BF8-BFB8-D194DE26A68E}"/>
                </a:ext>
              </a:extLst>
            </p:cNvPr>
            <p:cNvSpPr/>
            <p:nvPr/>
          </p:nvSpPr>
          <p:spPr bwMode="auto">
            <a:xfrm rot="5400000">
              <a:off x="4249441" y="3880112"/>
              <a:ext cx="371371" cy="759844"/>
            </a:xfrm>
            <a:prstGeom prst="flowChartOffpage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lIns="0" tIns="0" rIns="0" bIns="0" anchor="ctr"/>
            <a:lstStyle/>
            <a:p>
              <a:pPr algn="ctr" defTabSz="576000">
                <a:lnSpc>
                  <a:spcPct val="120000"/>
                </a:lnSpc>
                <a:defRPr/>
              </a:pPr>
              <a:r>
                <a:rPr lang="de-DE" dirty="0">
                  <a:latin typeface="+mn-lt"/>
                  <a:ea typeface="+mn-ea"/>
                  <a:cs typeface="+mn-cs"/>
                </a:rPr>
                <a:t>I</a:t>
              </a:r>
              <a:r>
                <a:rPr lang="de-DE" baseline="-25000" dirty="0">
                  <a:latin typeface="+mn-lt"/>
                  <a:ea typeface="+mn-ea"/>
                  <a:cs typeface="+mn-cs"/>
                </a:rPr>
                <a:t>sense</a:t>
              </a:r>
            </a:p>
          </p:txBody>
        </p: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B4E4A625-6BF1-4043-B8C2-1583B68124B0}"/>
                </a:ext>
              </a:extLst>
            </p:cNvPr>
            <p:cNvCxnSpPr>
              <a:cxnSpLocks/>
              <a:stCxn id="290" idx="3"/>
              <a:endCxn id="252" idx="0"/>
            </p:cNvCxnSpPr>
            <p:nvPr/>
          </p:nvCxnSpPr>
          <p:spPr>
            <a:xfrm>
              <a:off x="3017784" y="3198113"/>
              <a:ext cx="0" cy="893807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C79B1667-20BB-4CAD-8427-D070BAD224A3}"/>
                </a:ext>
              </a:extLst>
            </p:cNvPr>
            <p:cNvCxnSpPr>
              <a:cxnSpLocks/>
              <a:stCxn id="252" idx="4"/>
              <a:endCxn id="251" idx="0"/>
            </p:cNvCxnSpPr>
            <p:nvPr/>
          </p:nvCxnSpPr>
          <p:spPr>
            <a:xfrm>
              <a:off x="3017784" y="4134784"/>
              <a:ext cx="0" cy="3334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389E1B15-6B2C-4854-AA7B-96BC6CE66698}"/>
                </a:ext>
              </a:extLst>
            </p:cNvPr>
            <p:cNvSpPr/>
            <p:nvPr/>
          </p:nvSpPr>
          <p:spPr bwMode="auto">
            <a:xfrm>
              <a:off x="2997152" y="4407848"/>
              <a:ext cx="41263" cy="42865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576000">
                <a:lnSpc>
                  <a:spcPct val="120000"/>
                </a:lnSpc>
                <a:defRPr/>
              </a:pPr>
              <a:endParaRPr lang="de-DE" sz="1600" dirty="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77A3FA37-5B2F-4FDF-97B2-4672BA540A34}"/>
                </a:ext>
              </a:extLst>
            </p:cNvPr>
            <p:cNvCxnSpPr>
              <a:cxnSpLocks/>
              <a:stCxn id="251" idx="2"/>
              <a:endCxn id="270" idx="0"/>
            </p:cNvCxnSpPr>
            <p:nvPr/>
          </p:nvCxnSpPr>
          <p:spPr>
            <a:xfrm>
              <a:off x="3017784" y="4352283"/>
              <a:ext cx="0" cy="5556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F1988578-5CC2-430F-993E-8D32111C248C}"/>
                </a:ext>
              </a:extLst>
            </p:cNvPr>
            <p:cNvCxnSpPr>
              <a:cxnSpLocks/>
              <a:stCxn id="252" idx="6"/>
              <a:endCxn id="262" idx="1"/>
            </p:cNvCxnSpPr>
            <p:nvPr/>
          </p:nvCxnSpPr>
          <p:spPr>
            <a:xfrm flipV="1">
              <a:off x="3038415" y="4112558"/>
              <a:ext cx="371370" cy="1588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7CEB698E-4ABB-4762-B230-B9012562FCB7}"/>
                </a:ext>
              </a:extLst>
            </p:cNvPr>
            <p:cNvCxnSpPr>
              <a:cxnSpLocks/>
              <a:stCxn id="270" idx="6"/>
              <a:endCxn id="263" idx="1"/>
            </p:cNvCxnSpPr>
            <p:nvPr/>
          </p:nvCxnSpPr>
          <p:spPr>
            <a:xfrm>
              <a:off x="3038415" y="4428487"/>
              <a:ext cx="37137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C47FF8F1-6B19-460A-A526-7E2BAF4F862C}"/>
                </a:ext>
              </a:extLst>
            </p:cNvPr>
            <p:cNvCxnSpPr>
              <a:cxnSpLocks/>
              <a:stCxn id="162" idx="6"/>
              <a:endCxn id="270" idx="2"/>
            </p:cNvCxnSpPr>
            <p:nvPr/>
          </p:nvCxnSpPr>
          <p:spPr>
            <a:xfrm>
              <a:off x="2587693" y="4428487"/>
              <a:ext cx="409459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A49FC6D7-B5DA-4182-BAD6-BC5FD31C6B38}"/>
                </a:ext>
              </a:extLst>
            </p:cNvPr>
            <p:cNvCxnSpPr>
              <a:cxnSpLocks/>
              <a:stCxn id="160" idx="6"/>
              <a:endCxn id="253" idx="1"/>
            </p:cNvCxnSpPr>
            <p:nvPr/>
          </p:nvCxnSpPr>
          <p:spPr>
            <a:xfrm>
              <a:off x="2587693" y="3385447"/>
              <a:ext cx="822092" cy="0"/>
            </a:xfrm>
            <a:prstGeom prst="line">
              <a:avLst/>
            </a:prstGeom>
            <a:ln w="9525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5C451727-2217-40CD-9377-72FFC35BD4ED}"/>
                </a:ext>
              </a:extLst>
            </p:cNvPr>
            <p:cNvCxnSpPr>
              <a:cxnSpLocks/>
              <a:stCxn id="161" idx="6"/>
              <a:endCxn id="254" idx="1"/>
            </p:cNvCxnSpPr>
            <p:nvPr/>
          </p:nvCxnSpPr>
          <p:spPr>
            <a:xfrm>
              <a:off x="2587693" y="3849020"/>
              <a:ext cx="822092" cy="0"/>
            </a:xfrm>
            <a:prstGeom prst="line">
              <a:avLst/>
            </a:prstGeom>
            <a:ln w="9525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4BD168BB-0438-4A64-9FCA-594FCAFB5CE2}"/>
                </a:ext>
              </a:extLst>
            </p:cNvPr>
            <p:cNvSpPr txBox="1"/>
            <p:nvPr/>
          </p:nvSpPr>
          <p:spPr bwMode="auto">
            <a:xfrm>
              <a:off x="2622608" y="2618648"/>
              <a:ext cx="299953" cy="157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defTabSz="5760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defRPr/>
              </a:pPr>
              <a:r>
                <a:rPr lang="de-DE" sz="800" kern="0" dirty="0">
                  <a:latin typeface="+mn-lt"/>
                  <a:ea typeface="+mn-ea"/>
                  <a:cs typeface="+mn-cs"/>
                </a:rPr>
                <a:t>R</a:t>
              </a:r>
              <a:r>
                <a:rPr lang="de-DE" sz="800" kern="0" baseline="-25000" dirty="0">
                  <a:latin typeface="+mn-lt"/>
                  <a:ea typeface="+mn-ea"/>
                  <a:cs typeface="+mn-cs"/>
                </a:rPr>
                <a:t>sense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B26DBB5B-7953-405A-99E8-73757E5F39BC}"/>
                </a:ext>
              </a:extLst>
            </p:cNvPr>
            <p:cNvSpPr txBox="1"/>
            <p:nvPr/>
          </p:nvSpPr>
          <p:spPr bwMode="auto">
            <a:xfrm>
              <a:off x="2722593" y="4185587"/>
              <a:ext cx="238058" cy="157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defTabSz="5760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defRPr/>
              </a:pPr>
              <a:r>
                <a:rPr lang="de-DE" sz="800" kern="0" dirty="0">
                  <a:latin typeface="+mn-lt"/>
                  <a:ea typeface="+mn-ea"/>
                  <a:cs typeface="+mn-cs"/>
                </a:rPr>
                <a:t>R</a:t>
              </a:r>
              <a:r>
                <a:rPr lang="de-DE" sz="800" kern="0" baseline="-25000" dirty="0">
                  <a:latin typeface="+mn-lt"/>
                  <a:ea typeface="+mn-ea"/>
                  <a:cs typeface="+mn-cs"/>
                </a:rPr>
                <a:t>load</a:t>
              </a: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202C5DED-339C-4D24-B443-DA390E300715}"/>
                </a:ext>
              </a:extLst>
            </p:cNvPr>
            <p:cNvSpPr txBox="1"/>
            <p:nvPr/>
          </p:nvSpPr>
          <p:spPr bwMode="auto">
            <a:xfrm>
              <a:off x="4193788" y="2825033"/>
              <a:ext cx="642756" cy="4349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defTabSz="5760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defRPr/>
              </a:pPr>
              <a:r>
                <a:rPr lang="de-DE" sz="1050" kern="0" dirty="0">
                  <a:latin typeface="+mn-lt"/>
                  <a:ea typeface="+mn-ea"/>
                  <a:cs typeface="+mn-cs"/>
                </a:rPr>
                <a:t>Current</a:t>
              </a:r>
              <a:br>
                <a:rPr lang="de-DE" sz="1050" kern="0" dirty="0">
                  <a:latin typeface="+mn-lt"/>
                  <a:ea typeface="+mn-ea"/>
                  <a:cs typeface="+mn-cs"/>
                </a:rPr>
              </a:br>
              <a:r>
                <a:rPr lang="de-DE" sz="1050" kern="0" dirty="0">
                  <a:latin typeface="+mn-lt"/>
                  <a:ea typeface="+mn-ea"/>
                  <a:cs typeface="+mn-cs"/>
                </a:rPr>
                <a:t>Excitaion</a:t>
              </a:r>
              <a:endParaRPr lang="de-DE" sz="1050" kern="0" baseline="-25000" dirty="0"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0" name="Rectangle 299">
            <a:extLst>
              <a:ext uri="{FF2B5EF4-FFF2-40B4-BE49-F238E27FC236}">
                <a16:creationId xmlns:a16="http://schemas.microsoft.com/office/drawing/2014/main" id="{77C0CFF9-6AC2-4EDB-89FF-B725867F8504}"/>
              </a:ext>
            </a:extLst>
          </p:cNvPr>
          <p:cNvSpPr/>
          <p:nvPr/>
        </p:nvSpPr>
        <p:spPr bwMode="auto">
          <a:xfrm>
            <a:off x="6672263" y="4941888"/>
            <a:ext cx="5400675" cy="143986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lIns="72000" tIns="72000" rIns="72000" bIns="72000"/>
          <a:lstStyle/>
          <a:p>
            <a:pPr defTabSz="576000">
              <a:lnSpc>
                <a:spcPct val="120000"/>
              </a:lnSpc>
              <a:defRPr/>
            </a:pPr>
            <a:r>
              <a:rPr lang="de-DE" b="1" u="sng">
                <a:latin typeface="+mn-lt"/>
                <a:ea typeface="+mn-ea"/>
                <a:cs typeface="+mn-cs"/>
              </a:rPr>
              <a:t>Available </a:t>
            </a:r>
            <a:r>
              <a:rPr lang="de-DE" b="1" u="sng" dirty="0">
                <a:latin typeface="+mn-lt"/>
                <a:ea typeface="+mn-ea"/>
                <a:cs typeface="+mn-cs"/>
              </a:rPr>
              <a:t>Infineon Solutions</a:t>
            </a:r>
            <a:r>
              <a:rPr lang="de-DE" b="1" dirty="0">
                <a:latin typeface="+mn-lt"/>
                <a:ea typeface="+mn-ea"/>
                <a:cs typeface="+mn-cs"/>
              </a:rPr>
              <a:t>:</a:t>
            </a:r>
          </a:p>
          <a:p>
            <a:pPr marL="285750" indent="-285750" defTabSz="576000">
              <a:lnSpc>
                <a:spcPct val="120000"/>
              </a:lnSpc>
              <a:buFontTx/>
              <a:buChar char="-"/>
              <a:defRPr/>
            </a:pPr>
            <a:r>
              <a:rPr lang="de-DE" b="1" dirty="0">
                <a:latin typeface="+mn-lt"/>
                <a:ea typeface="+mn-ea"/>
                <a:cs typeface="+mn-cs"/>
              </a:rPr>
              <a:t>TLE9010</a:t>
            </a:r>
            <a:r>
              <a:rPr lang="de-DE" b="1">
                <a:latin typeface="+mn-lt"/>
                <a:ea typeface="+mn-ea"/>
                <a:cs typeface="+mn-cs"/>
              </a:rPr>
              <a:t>:</a:t>
            </a:r>
            <a:r>
              <a:rPr lang="de-DE">
                <a:latin typeface="+mn-lt"/>
                <a:ea typeface="+mn-ea"/>
                <a:cs typeface="+mn-cs"/>
              </a:rPr>
              <a:t> Single-channel </a:t>
            </a:r>
            <a:r>
              <a:rPr lang="de-DE" dirty="0">
                <a:latin typeface="+mn-lt"/>
                <a:ea typeface="+mn-ea"/>
                <a:cs typeface="+mn-cs"/>
              </a:rPr>
              <a:t>EIS </a:t>
            </a:r>
            <a:r>
              <a:rPr lang="de-DE">
                <a:latin typeface="+mn-lt"/>
                <a:ea typeface="+mn-ea"/>
                <a:cs typeface="+mn-cs"/>
              </a:rPr>
              <a:t>with AC-</a:t>
            </a:r>
            <a:r>
              <a:rPr lang="de-DE">
                <a:latin typeface="+mn-lt"/>
              </a:rPr>
              <a:t>d</a:t>
            </a:r>
            <a:r>
              <a:rPr lang="de-DE">
                <a:latin typeface="+mn-lt"/>
                <a:ea typeface="+mn-ea"/>
                <a:cs typeface="+mn-cs"/>
              </a:rPr>
              <a:t>ecoupled ADC and capability to measure up </a:t>
            </a:r>
            <a:r>
              <a:rPr lang="de-DE" dirty="0">
                <a:latin typeface="+mn-lt"/>
                <a:ea typeface="+mn-ea"/>
                <a:cs typeface="+mn-cs"/>
              </a:rPr>
              <a:t>to 7 </a:t>
            </a:r>
            <a:r>
              <a:rPr lang="de-DE">
                <a:latin typeface="+mn-lt"/>
                <a:ea typeface="+mn-ea"/>
                <a:cs typeface="+mn-cs"/>
              </a:rPr>
              <a:t>kHz EIS.</a:t>
            </a:r>
            <a:endParaRPr lang="de-DE" dirty="0">
              <a:latin typeface="+mn-lt"/>
              <a:ea typeface="+mn-ea"/>
              <a:cs typeface="+mn-cs"/>
            </a:endParaRPr>
          </a:p>
          <a:p>
            <a:pPr marL="285750" indent="-285750" defTabSz="576000">
              <a:lnSpc>
                <a:spcPct val="120000"/>
              </a:lnSpc>
              <a:buFontTx/>
              <a:buChar char="-"/>
              <a:defRPr/>
            </a:pPr>
            <a:r>
              <a:rPr lang="de-DE" b="1" dirty="0">
                <a:latin typeface="+mn-lt"/>
                <a:ea typeface="+mn-ea"/>
                <a:cs typeface="+mn-cs"/>
              </a:rPr>
              <a:t>TLE9018 + PSOC</a:t>
            </a:r>
            <a:r>
              <a:rPr lang="de-DE" b="1" baseline="30000" dirty="0">
                <a:latin typeface="+mn-lt"/>
                <a:ea typeface="+mn-ea"/>
                <a:cs typeface="+mn-cs"/>
              </a:rPr>
              <a:t>TM</a:t>
            </a:r>
            <a:r>
              <a:rPr lang="de-DE" b="1" dirty="0">
                <a:latin typeface="+mn-lt"/>
                <a:ea typeface="+mn-ea"/>
                <a:cs typeface="+mn-cs"/>
              </a:rPr>
              <a:t> HVPA: </a:t>
            </a:r>
            <a:r>
              <a:rPr lang="de-DE" dirty="0">
                <a:latin typeface="+mn-lt"/>
                <a:ea typeface="+mn-ea"/>
                <a:cs typeface="+mn-cs"/>
              </a:rPr>
              <a:t>Synchronous EIS measurement </a:t>
            </a:r>
            <a:r>
              <a:rPr lang="de-DE">
                <a:latin typeface="+mn-lt"/>
                <a:ea typeface="+mn-ea"/>
                <a:cs typeface="+mn-cs"/>
              </a:rPr>
              <a:t>with Iso</a:t>
            </a:r>
            <a:r>
              <a:rPr lang="de-DE">
                <a:latin typeface="+mn-lt"/>
              </a:rPr>
              <a:t> </a:t>
            </a:r>
            <a:r>
              <a:rPr lang="de-DE">
                <a:latin typeface="+mn-lt"/>
                <a:ea typeface="+mn-ea"/>
                <a:cs typeface="+mn-cs"/>
              </a:rPr>
              <a:t>UART</a:t>
            </a:r>
            <a:r>
              <a:rPr lang="de-DE">
                <a:latin typeface="+mn-lt"/>
              </a:rPr>
              <a:t> (</a:t>
            </a:r>
            <a:r>
              <a:rPr lang="de-DE">
                <a:latin typeface="+mn-lt"/>
                <a:ea typeface="+mn-ea"/>
                <a:cs typeface="+mn-cs"/>
              </a:rPr>
              <a:t>up </a:t>
            </a:r>
            <a:r>
              <a:rPr lang="de-DE" dirty="0">
                <a:latin typeface="+mn-lt"/>
                <a:ea typeface="+mn-ea"/>
                <a:cs typeface="+mn-cs"/>
              </a:rPr>
              <a:t>to </a:t>
            </a:r>
            <a:r>
              <a:rPr lang="de-DE">
                <a:latin typeface="+mn-lt"/>
                <a:ea typeface="+mn-ea"/>
                <a:cs typeface="+mn-cs"/>
              </a:rPr>
              <a:t>333 Hz</a:t>
            </a:r>
            <a:r>
              <a:rPr lang="de-DE">
                <a:latin typeface="+mn-lt"/>
              </a:rPr>
              <a:t>)</a:t>
            </a:r>
            <a:r>
              <a:rPr lang="de-DE">
                <a:latin typeface="+mn-lt"/>
                <a:ea typeface="+mn-ea"/>
                <a:cs typeface="+mn-cs"/>
              </a:rPr>
              <a:t>.</a:t>
            </a:r>
            <a:endParaRPr lang="de-DE" b="1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9E4D1E-700A-87D8-003C-ECC592E789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352" y="6558622"/>
            <a:ext cx="7380000" cy="221316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7347A-4A46-684C-4F94-CB7F15089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AF9421-2CF4-AF66-53B2-A4F3CD1D1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53" y="276199"/>
            <a:ext cx="7380000" cy="728057"/>
          </a:xfrm>
        </p:spPr>
        <p:txBody>
          <a:bodyPr/>
          <a:lstStyle/>
          <a:p>
            <a:r>
              <a:rPr lang="de-DE"/>
              <a:t>Predictive (AI) Model Development-to-Deployment Workflow (</a:t>
            </a:r>
            <a:r>
              <a:rPr lang="de-DE" sz="2000"/>
              <a:t>for TCx CPU / TriCore</a:t>
            </a:r>
            <a:r>
              <a:rPr lang="de-DE"/>
              <a:t>)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BC5BFC-FE07-6877-0DAC-D1A4EDF20CDA}"/>
              </a:ext>
            </a:extLst>
          </p:cNvPr>
          <p:cNvSpPr/>
          <p:nvPr/>
        </p:nvSpPr>
        <p:spPr bwMode="auto">
          <a:xfrm>
            <a:off x="1547652" y="3076089"/>
            <a:ext cx="1428712" cy="30806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5760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Data 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/>
                <a:cs typeface="Arial"/>
              </a:rPr>
              <a:t>Preparation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0E22F-37CC-3D62-16B0-C21527C53E8C}"/>
              </a:ext>
            </a:extLst>
          </p:cNvPr>
          <p:cNvSpPr/>
          <p:nvPr/>
        </p:nvSpPr>
        <p:spPr bwMode="auto">
          <a:xfrm>
            <a:off x="366355" y="5657988"/>
            <a:ext cx="3689203" cy="308060"/>
          </a:xfrm>
          <a:prstGeom prst="rect">
            <a:avLst/>
          </a:prstGeom>
          <a:solidFill>
            <a:srgbClr val="6CB4AD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marL="0" marR="0" lvl="0" indent="0" algn="ctr" defTabSz="5760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Develop, Evaluate &amp; Export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B6431E-9465-4AB5-2429-F7B24EF27BB0}"/>
              </a:ext>
            </a:extLst>
          </p:cNvPr>
          <p:cNvSpPr/>
          <p:nvPr/>
        </p:nvSpPr>
        <p:spPr bwMode="auto">
          <a:xfrm>
            <a:off x="1547652" y="3679374"/>
            <a:ext cx="1428712" cy="30806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5760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Model Training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6970EC-E4E2-FA6B-F318-84FC69D1C105}"/>
              </a:ext>
            </a:extLst>
          </p:cNvPr>
          <p:cNvSpPr/>
          <p:nvPr/>
        </p:nvSpPr>
        <p:spPr bwMode="auto">
          <a:xfrm>
            <a:off x="1547652" y="4291654"/>
            <a:ext cx="1428712" cy="30806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5760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Model Validation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460BED-4398-4A2F-E059-C680215CAC1C}"/>
              </a:ext>
            </a:extLst>
          </p:cNvPr>
          <p:cNvSpPr/>
          <p:nvPr/>
        </p:nvSpPr>
        <p:spPr bwMode="auto">
          <a:xfrm>
            <a:off x="5021512" y="3072078"/>
            <a:ext cx="2284998" cy="30806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5760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/>
                <a:cs typeface="Arial"/>
              </a:rPr>
              <a:t>Integrate, 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/>
                <a:cs typeface="Arial"/>
              </a:rPr>
              <a:t>Build and </a:t>
            </a: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/>
                <a:cs typeface="Arial"/>
              </a:rPr>
              <a:t>Test Model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AC5B4C0-3DDD-8244-7628-F543BF8AAC67}"/>
              </a:ext>
            </a:extLst>
          </p:cNvPr>
          <p:cNvSpPr/>
          <p:nvPr/>
        </p:nvSpPr>
        <p:spPr bwMode="auto">
          <a:xfrm>
            <a:off x="5325654" y="4904138"/>
            <a:ext cx="1676714" cy="30806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5760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Software Flashing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D24DD2-5931-FD47-47BD-A7A60B10792C}"/>
              </a:ext>
            </a:extLst>
          </p:cNvPr>
          <p:cNvSpPr/>
          <p:nvPr/>
        </p:nvSpPr>
        <p:spPr bwMode="auto">
          <a:xfrm>
            <a:off x="9103656" y="3072078"/>
            <a:ext cx="1676714" cy="30806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5760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Run and Print Result</a:t>
            </a: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/>
                <a:cs typeface="Arial"/>
              </a:rPr>
              <a:t>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44B434E-1B30-A9FF-21D6-16C7AEEB3B19}"/>
              </a:ext>
            </a:extLst>
          </p:cNvPr>
          <p:cNvSpPr/>
          <p:nvPr/>
        </p:nvSpPr>
        <p:spPr bwMode="auto">
          <a:xfrm>
            <a:off x="4324193" y="5661248"/>
            <a:ext cx="3572008" cy="304800"/>
          </a:xfrm>
          <a:prstGeom prst="rect">
            <a:avLst/>
          </a:prstGeom>
          <a:solidFill>
            <a:srgbClr val="6CB4AD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marL="0" marR="0" lvl="0" indent="0" algn="ctr" defTabSz="5760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Build &amp; Flash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34BB008-8E15-AE6D-0897-C87C7AA67C9C}"/>
              </a:ext>
            </a:extLst>
          </p:cNvPr>
          <p:cNvSpPr/>
          <p:nvPr/>
        </p:nvSpPr>
        <p:spPr bwMode="auto">
          <a:xfrm>
            <a:off x="8173892" y="5661248"/>
            <a:ext cx="3689202" cy="304800"/>
          </a:xfrm>
          <a:prstGeom prst="rect">
            <a:avLst/>
          </a:prstGeom>
          <a:solidFill>
            <a:srgbClr val="6CB4AD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marL="0" marR="0" lvl="0" indent="0" algn="ctr" defTabSz="5760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Real-Time Execution &amp; Observation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BA2D5C0-99FF-95DD-76F9-2BE88803DC53}"/>
              </a:ext>
            </a:extLst>
          </p:cNvPr>
          <p:cNvSpPr/>
          <p:nvPr/>
        </p:nvSpPr>
        <p:spPr bwMode="auto">
          <a:xfrm>
            <a:off x="5021512" y="4299314"/>
            <a:ext cx="2284998" cy="30806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5760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/>
                <a:cs typeface="Arial"/>
              </a:rPr>
              <a:t>Build </a:t>
            </a:r>
            <a:r>
              <a:rPr kumimoji="0" lang="de-DE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/>
                <a:cs typeface="Arial"/>
              </a:rPr>
              <a:t>CPU</a:t>
            </a: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/>
                <a:cs typeface="Arial"/>
              </a:rPr>
              <a:t>/TriCore Appl. (</a:t>
            </a:r>
            <a:r>
              <a:rPr kumimoji="0" lang="de-DE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/>
                <a:cs typeface="Arial"/>
              </a:rPr>
              <a:t>GCC</a:t>
            </a: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66E9962-8DC3-540C-D9E3-6F82A377F63F}"/>
              </a:ext>
            </a:extLst>
          </p:cNvPr>
          <p:cNvCxnSpPr>
            <a:stCxn id="2" idx="2"/>
            <a:endCxn id="23" idx="0"/>
          </p:cNvCxnSpPr>
          <p:nvPr/>
        </p:nvCxnSpPr>
        <p:spPr>
          <a:xfrm>
            <a:off x="2262008" y="3384149"/>
            <a:ext cx="0" cy="29522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EEDEA5B-E9CB-F844-A88E-0FC812D3137C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>
            <a:off x="2262008" y="3987434"/>
            <a:ext cx="0" cy="30422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5AB02AF8-8253-F314-E0E4-063DCC4411E9}"/>
              </a:ext>
            </a:extLst>
          </p:cNvPr>
          <p:cNvCxnSpPr>
            <a:cxnSpLocks/>
            <a:stCxn id="10" idx="3"/>
            <a:endCxn id="26" idx="1"/>
          </p:cNvCxnSpPr>
          <p:nvPr/>
        </p:nvCxnSpPr>
        <p:spPr>
          <a:xfrm flipV="1">
            <a:off x="2976364" y="3226108"/>
            <a:ext cx="2045148" cy="1820349"/>
          </a:xfrm>
          <a:prstGeom prst="bentConnector3">
            <a:avLst>
              <a:gd name="adj1" fmla="val 57038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9918ECE-F099-B43C-209F-30CDA80E6250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6164011" y="3380138"/>
            <a:ext cx="0" cy="91800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02904AD2-DDE9-482C-85C5-A58138B58CF2}"/>
              </a:ext>
            </a:extLst>
          </p:cNvPr>
          <p:cNvCxnSpPr>
            <a:cxnSpLocks/>
            <a:stCxn id="46" idx="2"/>
            <a:endCxn id="27" idx="0"/>
          </p:cNvCxnSpPr>
          <p:nvPr/>
        </p:nvCxnSpPr>
        <p:spPr>
          <a:xfrm>
            <a:off x="6164011" y="4607374"/>
            <a:ext cx="0" cy="296764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Connector: Elbow 1026">
            <a:extLst>
              <a:ext uri="{FF2B5EF4-FFF2-40B4-BE49-F238E27FC236}">
                <a16:creationId xmlns:a16="http://schemas.microsoft.com/office/drawing/2014/main" id="{3A4059F5-608B-EC79-9F94-4D5AB4A7FBA5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 flipV="1">
            <a:off x="7002368" y="3226108"/>
            <a:ext cx="2101288" cy="1832060"/>
          </a:xfrm>
          <a:prstGeom prst="bentConnector3">
            <a:avLst>
              <a:gd name="adj1" fmla="val 47582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7FCF401-B398-2AF7-F7E1-932511D9B0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6" r="4633" b="11792"/>
          <a:stretch/>
        </p:blipFill>
        <p:spPr>
          <a:xfrm>
            <a:off x="1547652" y="1791411"/>
            <a:ext cx="1385356" cy="504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2AD4C63-5BEF-A645-3D0E-A295543511FF}"/>
              </a:ext>
            </a:extLst>
          </p:cNvPr>
          <p:cNvSpPr/>
          <p:nvPr/>
        </p:nvSpPr>
        <p:spPr bwMode="auto">
          <a:xfrm>
            <a:off x="1547652" y="4892427"/>
            <a:ext cx="1428712" cy="30806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2000" tIns="72000" rIns="72000" bIns="72000" rtlCol="0" anchor="ctr"/>
          <a:lstStyle/>
          <a:p>
            <a:pPr marL="0" marR="0" lvl="0" indent="0" algn="ctr" defTabSz="5760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Model </a:t>
            </a: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/>
                <a:cs typeface="Arial"/>
              </a:rPr>
              <a:t>Export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4BBCF7-8E4E-0613-CF67-263A58C58DD3}"/>
              </a:ext>
            </a:extLst>
          </p:cNvPr>
          <p:cNvCxnSpPr>
            <a:endCxn id="10" idx="0"/>
          </p:cNvCxnSpPr>
          <p:nvPr/>
        </p:nvCxnSpPr>
        <p:spPr>
          <a:xfrm>
            <a:off x="2262008" y="4588207"/>
            <a:ext cx="0" cy="30422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204783BD-0E2E-53C6-89F5-316979709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683" y="3798038"/>
            <a:ext cx="1431489" cy="12600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63220ADC-4C3A-76BD-873E-7F3AC0A0AABA}"/>
              </a:ext>
            </a:extLst>
          </p:cNvPr>
          <p:cNvSpPr txBox="1"/>
          <p:nvPr/>
        </p:nvSpPr>
        <p:spPr bwMode="auto">
          <a:xfrm>
            <a:off x="9341695" y="5066257"/>
            <a:ext cx="1226298" cy="234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576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AURIX™ TCx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1C519581-6800-82A6-CD13-88D01AB04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206" y="3267434"/>
            <a:ext cx="594651" cy="720000"/>
          </a:xfrm>
          <a:prstGeom prst="rect">
            <a:avLst/>
          </a:prstGeom>
        </p:spPr>
      </p:pic>
      <p:pic>
        <p:nvPicPr>
          <p:cNvPr id="1031" name="Picture 1030">
            <a:extLst>
              <a:ext uri="{FF2B5EF4-FFF2-40B4-BE49-F238E27FC236}">
                <a16:creationId xmlns:a16="http://schemas.microsoft.com/office/drawing/2014/main" id="{DCC9E34A-22D3-5265-7491-E4B7EBE3B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52" y="6558622"/>
            <a:ext cx="7380000" cy="221316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0965AB-6F95-E5DB-2D71-C6446EB8D224}"/>
              </a:ext>
            </a:extLst>
          </p:cNvPr>
          <p:cNvSpPr txBox="1"/>
          <p:nvPr/>
        </p:nvSpPr>
        <p:spPr bwMode="auto">
          <a:xfrm>
            <a:off x="6173686" y="1303469"/>
            <a:ext cx="172251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576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827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AURIX™ TCF Debugger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A827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386664-44CC-4F5B-7012-787FD5713314}"/>
              </a:ext>
            </a:extLst>
          </p:cNvPr>
          <p:cNvSpPr txBox="1"/>
          <p:nvPr/>
        </p:nvSpPr>
        <p:spPr bwMode="auto">
          <a:xfrm>
            <a:off x="6772416" y="2096275"/>
            <a:ext cx="359746" cy="206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576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8276"/>
                </a:solidFill>
                <a:effectLst/>
                <a:uLnTx/>
                <a:uFillTx/>
                <a:latin typeface="Arial"/>
                <a:cs typeface="Arial"/>
              </a:rPr>
              <a:t>ACS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A827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14" name="Picture 2" descr="Download GNU Compiler Collection (GCC, GNU C Compiler) Logo in SVG ...">
            <a:extLst>
              <a:ext uri="{FF2B5EF4-FFF2-40B4-BE49-F238E27FC236}">
                <a16:creationId xmlns:a16="http://schemas.microsoft.com/office/drawing/2014/main" id="{1DCAF609-E3B0-F007-F35A-2F4C5F85E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686" y="1225193"/>
            <a:ext cx="162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D87B17-7F79-68B5-B595-9B5C765E61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4355" y="2320970"/>
            <a:ext cx="570240" cy="64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99A3346-6426-1F5B-0D15-51859F0154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575" y="2324802"/>
            <a:ext cx="570240" cy="648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C4A5583-4B2D-361F-C40B-B8304AE142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723" y="1469644"/>
            <a:ext cx="576000" cy="576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45C021-4189-1888-C6B6-B052946445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439" y="4748114"/>
            <a:ext cx="460523" cy="468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DEC3EDE-DD1E-86A4-4780-8FA540E3B0B0}"/>
              </a:ext>
            </a:extLst>
          </p:cNvPr>
          <p:cNvSpPr txBox="1"/>
          <p:nvPr/>
        </p:nvSpPr>
        <p:spPr bwMode="auto">
          <a:xfrm>
            <a:off x="3128535" y="4794972"/>
            <a:ext cx="804461" cy="21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576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Tx/>
              <a:buFontTx/>
              <a:buNone/>
              <a:tabLst/>
              <a:defRPr/>
            </a:pPr>
            <a:r>
              <a:rPr kumimoji="0" lang="en-US" sz="1400" b="1" i="1" u="none" strike="noStrike" kern="0" cap="none" spc="0" normalizeH="0" baseline="0" noProof="0">
                <a:ln>
                  <a:noFill/>
                </a:ln>
                <a:solidFill>
                  <a:srgbClr val="F97414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ONNX2C</a:t>
            </a:r>
            <a:endParaRPr kumimoji="0" lang="en-US" sz="1400" b="1" i="1" u="none" strike="noStrike" kern="0" cap="none" spc="0" normalizeH="0" baseline="0" noProof="0" dirty="0">
              <a:ln>
                <a:noFill/>
              </a:ln>
              <a:solidFill>
                <a:srgbClr val="F97414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EF8A21F-C772-288F-E1AD-DD133F066A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8128" y="2490005"/>
            <a:ext cx="1407760" cy="36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F61F6F-07EC-DF3F-CB81-C52E8A0459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98649" y="2330178"/>
            <a:ext cx="634779" cy="648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294F8CA-3D39-04FC-7084-DFBB999056D8}"/>
              </a:ext>
            </a:extLst>
          </p:cNvPr>
          <p:cNvSpPr txBox="1"/>
          <p:nvPr/>
        </p:nvSpPr>
        <p:spPr bwMode="auto">
          <a:xfrm>
            <a:off x="10067823" y="2086835"/>
            <a:ext cx="887791" cy="201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576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827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OneEye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8276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827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GUI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A827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B2E7C8-C35C-3AF8-71F4-71AC28573135}"/>
              </a:ext>
            </a:extLst>
          </p:cNvPr>
          <p:cNvSpPr txBox="1"/>
          <p:nvPr/>
        </p:nvSpPr>
        <p:spPr bwMode="auto">
          <a:xfrm>
            <a:off x="9161822" y="2098395"/>
            <a:ext cx="359746" cy="206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5760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8276"/>
                </a:solidFill>
                <a:effectLst/>
                <a:uLnTx/>
                <a:uFillTx/>
                <a:latin typeface="Arial"/>
                <a:cs typeface="Arial"/>
              </a:rPr>
              <a:t>ACS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A827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35776410-F95F-D6E7-760C-25B4679D8571}"/>
              </a:ext>
            </a:extLst>
          </p:cNvPr>
          <p:cNvSpPr/>
          <p:nvPr/>
        </p:nvSpPr>
        <p:spPr>
          <a:xfrm>
            <a:off x="3100277" y="1825425"/>
            <a:ext cx="251814" cy="1044000"/>
          </a:xfrm>
          <a:prstGeom prst="rightBrace">
            <a:avLst/>
          </a:prstGeom>
          <a:ln w="28575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88877A-9186-03B8-1E07-B7CE94135FAC}"/>
              </a:ext>
            </a:extLst>
          </p:cNvPr>
          <p:cNvSpPr txBox="1"/>
          <p:nvPr/>
        </p:nvSpPr>
        <p:spPr bwMode="auto">
          <a:xfrm>
            <a:off x="3407482" y="2239703"/>
            <a:ext cx="78672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ctr" defTabSz="576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8276"/>
              </a:buClr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A8276"/>
                </a:solidFill>
                <a:effectLst/>
                <a:uLnTx/>
                <a:uFillTx/>
                <a:latin typeface="Arial"/>
                <a:cs typeface="Arial"/>
              </a:rPr>
              <a:t>Pick One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A827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FC3EADC-DE4F-54A8-8003-60F8F9C4B34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77670" y="1420629"/>
            <a:ext cx="96984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317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AAC21D2E-07E1-4701-9ECD-18CD894BB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5360" y="311752"/>
            <a:ext cx="9613068" cy="399895"/>
          </a:xfrm>
        </p:spPr>
        <p:txBody>
          <a:bodyPr/>
          <a:lstStyle/>
          <a:p>
            <a:r>
              <a:rPr lang="de-DE" altLang="de-DE"/>
              <a:t>EIS Demo Kit</a:t>
            </a:r>
            <a:endParaRPr lang="en-US" altLang="de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CA4BF3-866A-4F55-9201-67DB13B55ABA}"/>
              </a:ext>
            </a:extLst>
          </p:cNvPr>
          <p:cNvSpPr/>
          <p:nvPr/>
        </p:nvSpPr>
        <p:spPr bwMode="auto">
          <a:xfrm>
            <a:off x="2282826" y="4481166"/>
            <a:ext cx="215900" cy="431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576000">
              <a:lnSpc>
                <a:spcPct val="120000"/>
              </a:lnSpc>
              <a:defRPr/>
            </a:pPr>
            <a:endParaRPr lang="en-US" sz="16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2228" name="Picture 6">
            <a:extLst>
              <a:ext uri="{FF2B5EF4-FFF2-40B4-BE49-F238E27FC236}">
                <a16:creationId xmlns:a16="http://schemas.microsoft.com/office/drawing/2014/main" id="{6B4AFD3D-AB30-455D-A434-A0E49D822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5178"/>
            <a:ext cx="5380038" cy="515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5CE61B-DCA5-48FF-6E70-68CB5DC8E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2" y="6558622"/>
            <a:ext cx="7380000" cy="221316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48941E-598B-42B4-4297-D400C3D4BA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9696" y="2348880"/>
            <a:ext cx="6709007" cy="31680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248294CA-9758-8302-1AB9-FC77FB204A36}"/>
              </a:ext>
            </a:extLst>
          </p:cNvPr>
          <p:cNvSpPr txBox="1"/>
          <p:nvPr/>
        </p:nvSpPr>
        <p:spPr bwMode="auto">
          <a:xfrm>
            <a:off x="8975719" y="1048450"/>
            <a:ext cx="3096344" cy="2044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342900" indent="-3429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en-US">
                <a:latin typeface="Arial" pitchFamily="34" charset="0"/>
                <a:ea typeface="Arial" pitchFamily="34" charset="-122"/>
              </a:rPr>
              <a:t>Choose a quick test, selected points or a frequency sweep.</a:t>
            </a:r>
          </a:p>
          <a:p>
            <a:pPr marL="342900" indent="-3429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en-US">
                <a:latin typeface="Arial" pitchFamily="34" charset="0"/>
                <a:ea typeface="Arial" pitchFamily="34" charset="-122"/>
              </a:rPr>
              <a:t>Acquire synchronized cell voltage and current across the chain.</a:t>
            </a:r>
            <a:endParaRPr lang="en-US">
              <a:latin typeface="Arial"/>
            </a:endParaRPr>
          </a:p>
          <a:p>
            <a:pPr marL="342900" indent="-3429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en-US">
                <a:latin typeface="Arial" pitchFamily="34" charset="0"/>
                <a:ea typeface="Arial" pitchFamily="34" charset="-122"/>
              </a:rPr>
              <a:t>Calculate per-cell impedance on AURIX™.</a:t>
            </a:r>
          </a:p>
          <a:p>
            <a:pPr marL="342900" indent="-3429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</a:pPr>
            <a:r>
              <a:rPr lang="en-US">
                <a:latin typeface="Arial" pitchFamily="34" charset="0"/>
                <a:ea typeface="Arial" pitchFamily="34" charset="-122"/>
              </a:rPr>
              <a:t>Use Nyquist and Bode plots for battery prognostics.</a:t>
            </a:r>
            <a:endParaRPr lang="en-US">
              <a:latin typeface="Arial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714BF36-2878-6B96-B53C-9072C5F9FAA2}"/>
              </a:ext>
            </a:extLst>
          </p:cNvPr>
          <p:cNvSpPr/>
          <p:nvPr/>
        </p:nvSpPr>
        <p:spPr bwMode="auto">
          <a:xfrm>
            <a:off x="8904312" y="1025178"/>
            <a:ext cx="3096344" cy="2115790"/>
          </a:xfrm>
          <a:prstGeom prst="rect">
            <a:avLst/>
          </a:prstGeom>
          <a:noFill/>
          <a:ln w="28575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1358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YBAQEBAQEBAQEBAQEBAQIAAAAAAAAAAwAAAAMAAAAA/////wQASw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10GBAEGmsRCrWeMKWDzcgcFAAAAAAADAAAAAAADAAAAAwADAAEA////////BAAAAAMAEAALVNGgrCHzak+1I7mkeTCCYQU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PALAAAAAAAAAAAAACAB////////////////AAAA////////////////BAAAAAMA////////BAAAAAMA////////BAAAAAMA////////BAAAAAMA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BgEDAAAAAwD///////8lAAZMaW5rZWRTaGFwZVByZXNlbnRhdGlvblNldHRpbmdzRGF0YV8wBQAAAAEABAAAAAAABAAAAAIABAAAAAAA////////BAAAAAAA////////BAAAAAAA////////BAAAAAAA////////BA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F0GBAEGmsRCrWeMKWDzcgcDRGF0YQAbAAAABExpbmtlZFNoYXBlRGF0YQAFAAAAAAACTmFtZQAZAAAATGlua2VkU2hhcGVzRGF0YVByb3BlcnR5ABBWZXJzaW9uAAAAAAAJTGFzdFdyaXRlAEHvOgOCAQAAAAEA/////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4"/>
  <p:tag name="MIO_SHOW_DATE" val="False"/>
  <p:tag name="MIO_SHOW_FOOTER" val="False"/>
  <p:tag name="MIO_SHOW_PAGENUMBER" val="False"/>
  <p:tag name="MIO_AVOID_BLANK_LAYOUT" val="False"/>
  <p:tag name="MIO_CD_LAYOUT_VALID_AREA" val="False"/>
  <p:tag name="MIO_EMBED_FONT" val="False"/>
  <p:tag name="MIO_MATCH_COLOR_SCHEME" val="True"/>
  <p:tag name="MIO_NUMBER_OF_VALID_LAYOUTS" val="18"/>
  <p:tag name="MIO_HDS" val="True"/>
  <p:tag name="MIO_SKIPVERSION" val="01.01.0001 00:00:00"/>
  <p:tag name="MIO_EKGUID" val="f8120ca7-cceb-428f-a7d0-f20ce9397e1b"/>
  <p:tag name="MIO_UPDATE" val="True"/>
  <p:tag name="MIO_VERSION" val="13.05.2023 07:12:22"/>
  <p:tag name="MIO_DBID" val="FDE84254-54DB-49E3-9A0E-CDE72035D530"/>
  <p:tag name="MIO_LASTDOWNLOADED" val="26.07.2023 12:28:29.220"/>
  <p:tag name="MIO_OBJECTNAME" val="Infineon LCD 16:9"/>
  <p:tag name="MIO_CDID" val="e2fc2f9e-d5cf-4311-b3a1-0559b8fd1ab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PresentationTitle_1MIOPlaceholderMapping.2MIOPlaceholderMapping-Infineon 16:9MIOPlaceholderMapping.Presentation title 1MIOPlaceholderMapping.1MIOPlaceholderMapping;Infineon 16:9MIOPlaceholderMapping.IFX_PresentationTitle_2MIOPlaceholderMapping.3MIOPlaceholderMapping-Infineon 16:9MIOPlaceholderMapping.Presentation title 1MIOPlaceholderMapping.1MIOPlaceholderMapping;Infineon 16:9MIOPlaceholderMapping.IFX_PresentationTitle_3MIOPlaceholderMapping.4MIOPlaceholderMapping-Infineon 16:9MIOPlaceholderMapping.Presentation title 1MIOPlaceholderMapping.1MIOPlaceholderMapping;Infineon 16:9MIOPlaceholderMapping.IFX_PresentationTitle_1MIOPlaceholderMapping.2MIOPlaceholderMapping.Picture Placeholder 20MIOPlaceholderMapping.18MIOPlaceholderMapping-Infineon 16:9MIOPlaceholderMapping.Presentation title 1MIOPlaceholderMapping.1MIOPlaceholderMapping.Crystal Picture PlaceholderMIOPlaceholderMapping.15MIOPlaceholderMapping;Infineon 16:9MIOPlaceholderMapping.IFX_PresentationTitle_2MIOPlaceholderMapping.3MIOPlaceholderMapping.Picture Placeholder 20MIOPlaceholderMapping.14MIOPlaceholderMapping-Infineon 16:9MIOPlaceholderMapping.Presentation title 1MIOPlaceholderMapping.1MIOPlaceholderMapping.Crystal Picture PlaceholderMIOPlaceholderMapping.1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PresentationTitleMIOPlaceholderMapping.1MIOPlaceholderMapping-Infineon 16:9MIOPlaceholderMapping.Presentation title 3MIOPlaceholderMapping.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OnlyMIOPlaceholderMapping.5MIOPlaceholderMapping-Infineon 16:9MIOPlaceholderMapping.Title OnlyMIOPlaceholderMapping.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ContentMIOPlaceholderMapping.6MIOPlaceholderMapping-Infineon 16:9MIOPlaceholderMapping.Title | contentMIOPlaceholderMapping.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Two_ContentMIOPlaceholderMapping.8MIOPlaceholderMapping-Infineon 16:9MIOPlaceholderMapping.2 contentsMIOPlaceholderMapping.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SectionMIOPlaceholderMapping.9MIOPlaceholderMapping-Infineon 16:9MIOPlaceholderMapping.Section 1MIOPlaceholderMapping.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Four_ContentMIOPlaceholderMapping.10MIOPlaceholderMapping-Infineon 16:9MIOPlaceholderMapping.4 contentsMIOPlaceholderMapping.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Two_ColumnsMIOPlaceholderMapping.11MIOPlaceholderMapping-Infineon 16:9MIOPlaceholderMapping.Row | 2 columnsMIOPlaceholderMapping.1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Two_Columns_RowMIOPlaceholderMapping.12MIOPlaceholderMapping-Infineon 16:9MIOPlaceholderMapping.Row | 2 columns | rowMIOPlaceholderMapping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Three_ColumnsMIOPlaceholderMapping.13MIOPlaceholderMapping-Infineon 16:9MIOPlaceholderMapping.3 columnsMIOPlaceholderMapping.1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Three_ColumnsMIOPlaceholderMapping.14MIOPlaceholderMapping-Infineon 16:9MIOPlaceholderMapping.Row | 3 columnsMIOPlaceholderMapping.13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our_ColumnsMIOPlaceholderMapping.15MIOPlaceholderMapping-Infineon 16:9MIOPlaceholderMapping.4 columnsMIOPlaceholderMapping.1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Four_ColumnsMIOPlaceholderMapping.16MIOPlaceholderMapping-Infineon 16:9MIOPlaceholderMapping.Row | 4 columnsMIOPlaceholderMapping.15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EmptyMIOPlaceholderMapping.17MIOPlaceholderMapping-Infineon 16:9MIOPlaceholderMapping.EmptyMIOPlaceholderMapping.16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ullpicMIOPlaceholderMapping.18MIOPlaceholderMapping-Infineon 16:9MIOPlaceholderMapping.FullpicMIOPlaceholderMapping.17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4"/>
  <p:tag name="MIO_SHOW_DATE" val="False"/>
  <p:tag name="MIO_SHOW_FOOTER" val="False"/>
  <p:tag name="MIO_SHOW_PAGENUMBER" val="False"/>
  <p:tag name="MIO_AVOID_BLANK_LAYOUT" val="False"/>
  <p:tag name="MIO_CD_LAYOUT_VALID_AREA" val="False"/>
  <p:tag name="MIO_EMBED_FONT" val="False"/>
  <p:tag name="MIO_MATCH_COLOR_SCHEME" val="True"/>
  <p:tag name="MIO_NUMBER_OF_VALID_LAYOUTS" val="18"/>
  <p:tag name="MIO_HDS" val="True"/>
  <p:tag name="MIO_SKIPVERSION" val="01.01.0001 00:00:00"/>
  <p:tag name="MIO_EKGUID" val="f8120ca7-cceb-428f-a7d0-f20ce9397e1b"/>
  <p:tag name="MIO_UPDATE" val="True"/>
  <p:tag name="MIO_VERSION" val="13.05.2023 07:12:22"/>
  <p:tag name="MIO_DBID" val="FDE84254-54DB-49E3-9A0E-CDE72035D530"/>
  <p:tag name="MIO_LASTDOWNLOADED" val="26.07.2023 12:28:29.220"/>
  <p:tag name="MIO_OBJECTNAME" val="Infineon LCD 16:9"/>
  <p:tag name="MIO_CDID" val="e2fc2f9e-d5cf-4311-b3a1-0559b8fd1ab8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PresentationTitle_1MIOPlaceholderMapping.2MIOPlaceholderMapping-Infineon 16:9MIOPlaceholderMapping.Presentation title 1MIOPlaceholderMapping.1MIOPlaceholderMapping;Infineon 16:9MIOPlaceholderMapping.IFX_PresentationTitle_2MIOPlaceholderMapping.3MIOPlaceholderMapping-Infineon 16:9MIOPlaceholderMapping.Presentation title 1MIOPlaceholderMapping.1MIOPlaceholderMapping;Infineon 16:9MIOPlaceholderMapping.IFX_PresentationTitle_3MIOPlaceholderMapping.4MIOPlaceholderMapping-Infineon 16:9MIOPlaceholderMapping.Presentation title 1MIOPlaceholderMapping.1MIOPlaceholderMapping;Infineon 16:9MIOPlaceholderMapping.IFX_PresentationTitle_1MIOPlaceholderMapping.2MIOPlaceholderMapping.Picture Placeholder 20MIOPlaceholderMapping.18MIOPlaceholderMapping-Infineon 16:9MIOPlaceholderMapping.Presentation title 1MIOPlaceholderMapping.1MIOPlaceholderMapping.Crystal Picture PlaceholderMIOPlaceholderMapping.15MIOPlaceholderMapping;Infineon 16:9MIOPlaceholderMapping.IFX_PresentationTitle_2MIOPlaceholderMapping.3MIOPlaceholderMapping.Picture Placeholder 20MIOPlaceholderMapping.14MIOPlaceholderMapping-Infineon 16:9MIOPlaceholderMapping.Presentation title 1MIOPlaceholderMapping.1MIOPlaceholderMapping.Crystal Picture PlaceholderMIOPlaceholderMapping.15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PresentationTitleMIOPlaceholderMapping.1MIOPlaceholderMapping-Infineon 16:9MIOPlaceholderMapping.Presentation title 3MIOPlaceholderMapping.3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OnlyMIOPlaceholderMapping.5MIOPlaceholderMapping-Infineon 16:9MIOPlaceholderMapping.Title OnlyMIOPlaceholderMapping.4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ContentMIOPlaceholderMapping.6MIOPlaceholderMapping-Infineon 16:9MIOPlaceholderMapping.Title | contentMIOPlaceholderMapping.5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Two_ContentMIOPlaceholderMapping.8MIOPlaceholderMapping-Infineon 16:9MIOPlaceholderMapping.2 contentsMIOPlaceholderMapping.6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SectionMIOPlaceholderMapping.9MIOPlaceholderMapping-Infineon 16:9MIOPlaceholderMapping.Section 1MIOPlaceholderMapping.7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Four_ContentMIOPlaceholderMapping.10MIOPlaceholderMapping-Infineon 16:9MIOPlaceholderMapping.4 contentsMIOPlaceholderMapping.9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Two_ColumnsMIOPlaceholderMapping.11MIOPlaceholderMapping-Infineon 16:9MIOPlaceholderMapping.Row | 2 columnsMIOPlaceholderMapping.10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Two_Columns_RowMIOPlaceholderMapping.12MIOPlaceholderMapping-Infineon 16:9MIOPlaceholderMapping.Row | 2 columns | rowMIOPlaceholderMapping.11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Three_ColumnsMIOPlaceholderMapping.13MIOPlaceholderMapping-Infineon 16:9MIOPlaceholderMapping.3 columnsMIOPlaceholderMapping.12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Three_ColumnsMIOPlaceholderMapping.14MIOPlaceholderMapping-Infineon 16:9MIOPlaceholderMapping.Row | 3 columnsMIOPlaceholderMapping.13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our_ColumnsMIOPlaceholderMapping.15MIOPlaceholderMapping-Infineon 16:9MIOPlaceholderMapping.4 columnsMIOPlaceholderMapping.14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Four_ColumnsMIOPlaceholderMapping.16MIOPlaceholderMapping-Infineon 16:9MIOPlaceholderMapping.Row | 4 columnsMIOPlaceholderMapping.15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EmptyMIOPlaceholderMapping.17MIOPlaceholderMapping-Infineon 16:9MIOPlaceholderMapping.EmptyMIOPlaceholderMapping.16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ullpicMIOPlaceholderMapping.18MIOPlaceholderMapping-Infineon 16:9MIOPlaceholderMapping.FullpicMIOPlaceholderMapping.17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EKGUID" val="f8120ca7-cceb-428f-a7d0-f20ce9397e1b"/>
  <p:tag name="MIO_UPDATE" val="True"/>
  <p:tag name="MIO_DBID" val="FDE84254-54DB-49E3-9A0E-CDE72035D530"/>
  <p:tag name="MIO_OBJECTNAME" val="Infineon LCD 16:9"/>
  <p:tag name="MIO_FALLBACK_LAYOUT" val="6"/>
  <p:tag name="MIO_SHOW_DATE" val="False"/>
  <p:tag name="MIO_SHOW_FOOTER" val="False"/>
  <p:tag name="MIO_SHOW_PAGENUMBER" val="False"/>
  <p:tag name="MIO_AVOID_BLANK_LAYOUT" val="False"/>
  <p:tag name="MIO_CD_LAYOUT_VALID_AREA" val="False"/>
  <p:tag name="MIO_EMBED_FONT" val="False"/>
  <p:tag name="MIO_MATCH_COLOR_SCHEME" val="True"/>
  <p:tag name="MIO_NUMBER_OF_VALID_LAYOUTS" val="20"/>
  <p:tag name="MIO_VERSION" val="26.06.2025 13:03:05"/>
  <p:tag name="MIO_CONTENTTAG" val="tZYKi94fO0WkUe8IIAF0WQ=="/>
  <p:tag name="MIO_LASTDOWNLOADED" val="22.08.2025 00:02:37.752"/>
  <p:tag name="MIO_CDID" val="e2fc2f9e-d5cf-4311-b3a1-0559b8fd1ab8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EKGUID" val="f8120ca7-cceb-428f-a7d0-f20ce9397e1b"/>
  <p:tag name="MIO_UPDATE" val="True"/>
  <p:tag name="MIO_DBID" val="FDE84254-54DB-49E3-9A0E-CDE72035D530"/>
  <p:tag name="MIO_OBJECTNAME" val="Infineon LCD 16:9"/>
  <p:tag name="MIO_FALLBACK_LAYOUT" val="6"/>
  <p:tag name="MIO_SHOW_DATE" val="False"/>
  <p:tag name="MIO_SHOW_FOOTER" val="False"/>
  <p:tag name="MIO_SHOW_PAGENUMBER" val="False"/>
  <p:tag name="MIO_AVOID_BLANK_LAYOUT" val="False"/>
  <p:tag name="MIO_CD_LAYOUT_VALID_AREA" val="False"/>
  <p:tag name="MIO_EMBED_FONT" val="False"/>
  <p:tag name="MIO_MATCH_COLOR_SCHEME" val="True"/>
  <p:tag name="MIO_NUMBER_OF_VALID_LAYOUTS" val="20"/>
  <p:tag name="MIO_VERSION" val="26.06.2025 13:03:05"/>
  <p:tag name="MIO_LASTDOWNLOADED" val="29.10.2025 12:20:51.470"/>
  <p:tag name="MIO_CONTENTTAG" val="tZYKi94fO0WkUe8IIAF0WQ=="/>
  <p:tag name="MIO_CDID" val="e2fc2f9e-d5cf-4311-b3a1-0559b8fd1ab8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4ccd882f-68e4-4c74-933c-70788a233a6c"/>
  <p:tag name="MIO_GUID" val="6ca1ad73-cdc7-4a3d-8d0f-fa3ca0b1f3f1"/>
  <p:tag name="MIO_UPDATE" val="True"/>
  <p:tag name="MIO_VERSION" val="05.03.2023 11:08:51"/>
  <p:tag name="MIO_DBID" val="FDE84254-54DB-49E3-9A0E-CDE72035D530"/>
  <p:tag name="MIO_LASTDOWNLOADED" val="16.11.2023 13:21:14.709"/>
  <p:tag name="MIO_OBJECTNAME" val="Battery"/>
  <p:tag name="MIO_LASTEDITORNAME" val="Verena Kohl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4ccd882f-68e4-4c74-933c-70788a233a6c"/>
  <p:tag name="MIO_GUID" val="6ca1ad73-cdc7-4a3d-8d0f-fa3ca0b1f3f1"/>
  <p:tag name="MIO_UPDATE" val="True"/>
  <p:tag name="MIO_VERSION" val="05.03.2023 11:08:51"/>
  <p:tag name="MIO_DBID" val="FDE84254-54DB-49E3-9A0E-CDE72035D530"/>
  <p:tag name="MIO_LASTDOWNLOADED" val="16.11.2023 13:21:14.709"/>
  <p:tag name="MIO_OBJECTNAME" val="Battery"/>
  <p:tag name="MIO_LASTEDITORNAME" val="Verena Kohl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4ccd882f-68e4-4c74-933c-70788a233a6c"/>
  <p:tag name="MIO_GUID" val="6ca1ad73-cdc7-4a3d-8d0f-fa3ca0b1f3f1"/>
  <p:tag name="MIO_UPDATE" val="True"/>
  <p:tag name="MIO_VERSION" val="05.03.2023 11:08:51"/>
  <p:tag name="MIO_DBID" val="FDE84254-54DB-49E3-9A0E-CDE72035D530"/>
  <p:tag name="MIO_LASTDOWNLOADED" val="16.11.2023 13:21:14.709"/>
  <p:tag name="MIO_OBJECTNAME" val="Battery"/>
  <p:tag name="MIO_LASTEDITORNAME" val="Verena Kohl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4ccd882f-68e4-4c74-933c-70788a233a6c"/>
  <p:tag name="MIO_GUID" val="6ca1ad73-cdc7-4a3d-8d0f-fa3ca0b1f3f1"/>
  <p:tag name="MIO_UPDATE" val="True"/>
  <p:tag name="MIO_VERSION" val="05.03.2023 11:08:51"/>
  <p:tag name="MIO_DBID" val="FDE84254-54DB-49E3-9A0E-CDE72035D530"/>
  <p:tag name="MIO_LASTDOWNLOADED" val="16.11.2023 13:21:14.709"/>
  <p:tag name="MIO_OBJECTNAME" val="Battery"/>
  <p:tag name="MIO_LASTEDITORNAME" val="Verena Kohl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4ccd882f-68e4-4c74-933c-70788a233a6c"/>
  <p:tag name="MIO_GUID" val="6ca1ad73-cdc7-4a3d-8d0f-fa3ca0b1f3f1"/>
  <p:tag name="MIO_UPDATE" val="True"/>
  <p:tag name="MIO_VERSION" val="05.03.2023 11:08:51"/>
  <p:tag name="MIO_DBID" val="FDE84254-54DB-49E3-9A0E-CDE72035D530"/>
  <p:tag name="MIO_LASTDOWNLOADED" val="16.11.2023 13:21:14.709"/>
  <p:tag name="MIO_OBJECTNAME" val="Battery"/>
  <p:tag name="MIO_LASTEDITORNAME" val="Verena Kohl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" id="{1E115DF3-41F0-4647-B0A5-8A317E6D094E}" vid="{137F0F39-D844-4AA9-B871-823A03F108D0}"/>
    </a:ext>
  </a:extLst>
</a:theme>
</file>

<file path=ppt/theme/theme2.xml><?xml version="1.0" encoding="utf-8"?>
<a:theme xmlns:a="http://schemas.openxmlformats.org/drawingml/2006/main" name="1_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GPR-EIS" id="{3CEF2A13-7111-EC43-86BF-914FED61B6D1}" vid="{20C61C3A-60F2-3340-8EF1-7C16B6FB1374}"/>
    </a:ext>
  </a:extLst>
</a:theme>
</file>

<file path=ppt/theme/theme3.xml><?xml version="1.0" encoding="utf-8"?>
<a:theme xmlns:a="http://schemas.openxmlformats.org/drawingml/2006/main" name="2_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" id="{DD3CE8C4-6EBB-48D9-BB8F-4315F6FFD615}" vid="{004C7EB7-F43D-4135-B9F2-C999680F59B6}"/>
    </a:ext>
  </a:extLst>
</a:theme>
</file>

<file path=ppt/theme/theme4.xml><?xml version="1.0" encoding="utf-8"?>
<a:theme xmlns:a="http://schemas.openxmlformats.org/drawingml/2006/main" name="3_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.pptx" id="{75EF8F4B-3302-410F-9D06-FE82BA5F514B}" vid="{BE05B8A5-8E4C-402D-9D3C-B5392BDBF2E1}"/>
    </a:ext>
  </a:extLst>
</a:theme>
</file>

<file path=ppt/theme/theme5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er xmlns="a709603d-609a-478b-a91d-3c5e984c0e79">0</Ver>
  </documentManagement>
</p:properties>
</file>

<file path=customXml/item3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55AAE9148B404486CBFDD74AD2AA0B" ma:contentTypeVersion="2" ma:contentTypeDescription="Create a new document." ma:contentTypeScope="" ma:versionID="a24cc1775e4f53b56bd6bf310015a115">
  <xsd:schema xmlns:xsd="http://www.w3.org/2001/XMLSchema" xmlns:xs="http://www.w3.org/2001/XMLSchema" xmlns:p="http://schemas.microsoft.com/office/2006/metadata/properties" xmlns:ns2="a709603d-609a-478b-a91d-3c5e984c0e79" xmlns:ns3="6ef45842-284e-44e4-b2db-1749e7948b44" targetNamespace="http://schemas.microsoft.com/office/2006/metadata/properties" ma:root="true" ma:fieldsID="f8923fe8aa0ace7ab58ef4ccc8b43a85" ns2:_="" ns3:_="">
    <xsd:import namespace="a709603d-609a-478b-a91d-3c5e984c0e79"/>
    <xsd:import namespace="6ef45842-284e-44e4-b2db-1749e7948b44"/>
    <xsd:element name="properties">
      <xsd:complexType>
        <xsd:sequence>
          <xsd:element name="documentManagement">
            <xsd:complexType>
              <xsd:all>
                <xsd:element ref="ns2:Ver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9603d-609a-478b-a91d-3c5e984c0e79" elementFormDefault="qualified">
    <xsd:import namespace="http://schemas.microsoft.com/office/2006/documentManagement/types"/>
    <xsd:import namespace="http://schemas.microsoft.com/office/infopath/2007/PartnerControls"/>
    <xsd:element name="Ver" ma:index="8" nillable="true" ma:displayName="Ver" ma:default="0" ma:internalName="Ver" ma:percentage="FALSE">
      <xsd:simpleType>
        <xsd:restriction base="dms:Number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f45842-284e-44e4-b2db-1749e7948b44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99A1D5-F553-4264-9022-E0136C61CE27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purl.org/dc/terms/"/>
    <ds:schemaRef ds:uri="a709603d-609a-478b-a91d-3c5e984c0e79"/>
    <ds:schemaRef ds:uri="6ef45842-284e-44e4-b2db-1749e7948b44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EC144A13-A380-40B3-9980-61BD11F58D02}">
  <ds:schemaRefs>
    <ds:schemaRef ds:uri="http://schemas.microsoft.com/office/2006/metadata/customXsn"/>
  </ds:schemaRefs>
</ds:datastoreItem>
</file>

<file path=customXml/itemProps4.xml><?xml version="1.0" encoding="utf-8"?>
<ds:datastoreItem xmlns:ds="http://schemas.openxmlformats.org/officeDocument/2006/customXml" ds:itemID="{AF2014AB-78C2-4F59-9D6E-9572E72F77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09603d-609a-478b-a91d-3c5e984c0e79"/>
    <ds:schemaRef ds:uri="6ef45842-284e-44e4-b2db-1749e7948b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15a25aa-e944-415d-b7a7-40f6b9180b6b}" enabled="1" method="Standard" siteId="{eeb8d0e8-3544-41d3-aac6-934c309faf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1298</TotalTime>
  <Words>810</Words>
  <Application>Microsoft Office PowerPoint</Application>
  <PresentationFormat>Widescreen</PresentationFormat>
  <Paragraphs>153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Helvetica Neue</vt:lpstr>
      <vt:lpstr>Arial</vt:lpstr>
      <vt:lpstr>Verdana</vt:lpstr>
      <vt:lpstr>Infineon 16:9</vt:lpstr>
      <vt:lpstr>1_Infineon 16:9</vt:lpstr>
      <vt:lpstr>2_Infineon 16:9</vt:lpstr>
      <vt:lpstr>3_Infineon 16:9</vt:lpstr>
      <vt:lpstr>Infineon-NP Research Collaboration Project: Automotive Battery Thermal Runaway Prediction</vt:lpstr>
      <vt:lpstr>Objectives </vt:lpstr>
      <vt:lpstr>Electrochemical Impedance Spectroscopy (EIS)</vt:lpstr>
      <vt:lpstr>Electrochemical Impedance Spectroscopy (EIS)</vt:lpstr>
      <vt:lpstr>Experiment Set-Up </vt:lpstr>
      <vt:lpstr>Over-temperature Trigger Test </vt:lpstr>
      <vt:lpstr>Overcharge Trigger Test </vt:lpstr>
      <vt:lpstr>Nyquist plot from EIS (electrochemical impedance spectroscopy) testing</vt:lpstr>
      <vt:lpstr>Using EIS data from aging cells </vt:lpstr>
      <vt:lpstr>Types of EIS in HV batteries and our available solutions</vt:lpstr>
      <vt:lpstr>Predictive (AI) Model Development-to-Deployment Workflow (for TCx CPU / TriCore)</vt:lpstr>
      <vt:lpstr>EIS Demo Kit</vt:lpstr>
      <vt:lpstr>PowerPoint Presentation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 Thiam Poh Robert (ATV SYS AP)</dc:creator>
  <cp:lastModifiedBy>Poh Wesley (ATV SYS SAE CS AI)</cp:lastModifiedBy>
  <cp:revision>33</cp:revision>
  <dcterms:created xsi:type="dcterms:W3CDTF">2025-12-16T10:17:54Z</dcterms:created>
  <dcterms:modified xsi:type="dcterms:W3CDTF">2026-10-22T16:57:31Z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0x010100A655AAE9148B404486CBFDD74AD2AA0B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2023-03-18T12:11:36Z</vt:filetime>
  </property>
  <property fmtid="{D5CDD505-2E9C-101B-9397-08002B2CF9AE}" pid="15" name="empower.integration.Classification.DateFormat">
    <vt:lpwstr>d MMM yyyy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  <property fmtid="{D5CDD505-2E9C-101B-9397-08002B2CF9AE}" pid="22" name="MSIP_Label_a15a25aa-e944-415d-b7a7-40f6b9180b6b_Enabled">
    <vt:lpwstr>true</vt:lpwstr>
  </property>
  <property fmtid="{D5CDD505-2E9C-101B-9397-08002B2CF9AE}" pid="23" name="MSIP_Label_a15a25aa-e944-415d-b7a7-40f6b9180b6b_SetDate">
    <vt:lpwstr>2023-03-24T13:40:28Z</vt:lpwstr>
  </property>
  <property fmtid="{D5CDD505-2E9C-101B-9397-08002B2CF9AE}" pid="24" name="MSIP_Label_a15a25aa-e944-415d-b7a7-40f6b9180b6b_Method">
    <vt:lpwstr>Standard</vt:lpwstr>
  </property>
  <property fmtid="{D5CDD505-2E9C-101B-9397-08002B2CF9AE}" pid="25" name="MSIP_Label_a15a25aa-e944-415d-b7a7-40f6b9180b6b_Name">
    <vt:lpwstr>a15a25aa-e944-415d-b7a7-40f6b9180b6b</vt:lpwstr>
  </property>
  <property fmtid="{D5CDD505-2E9C-101B-9397-08002B2CF9AE}" pid="26" name="MSIP_Label_a15a25aa-e944-415d-b7a7-40f6b9180b6b_SiteId">
    <vt:lpwstr>eeb8d0e8-3544-41d3-aac6-934c309faf5a</vt:lpwstr>
  </property>
  <property fmtid="{D5CDD505-2E9C-101B-9397-08002B2CF9AE}" pid="27" name="MSIP_Label_a15a25aa-e944-415d-b7a7-40f6b9180b6b_ActionId">
    <vt:lpwstr>73b1d637-b020-4fda-a205-ff5e02ff8705</vt:lpwstr>
  </property>
  <property fmtid="{D5CDD505-2E9C-101B-9397-08002B2CF9AE}" pid="28" name="MSIP_Label_a15a25aa-e944-415d-b7a7-40f6b9180b6b_ContentBits">
    <vt:lpwstr>0</vt:lpwstr>
  </property>
</Properties>
</file>